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_TITLE" id="{aa282dc6-c58c-ce34-41b8-f1f81ff36d5c}">
          <p14:sldIdLst>
            <p14:sldId id="256"/>
          </p14:sldIdLst>
        </p14:section>
        <p14:section name="01_STREAM_STARTING" id="{40d10004-7294-8d47-9a23-fb267209e651}">
          <p14:sldIdLst>
            <p14:sldId id="257"/>
          </p14:sldIdLst>
        </p14:section>
        <p14:section name="02_TODAY_SCHEDULE" id="{706f6267-57ad-fe01-6da5-eef6986aa3c8}">
          <p14:sldIdLst>
            <p14:sldId id="258"/>
          </p14:sldIdLst>
        </p14:section>
        <p14:section name="03_TEAM_VS" id="{39a68f5d-8052-6b06-27b4-9594b61b1e3d}">
          <p14:sldIdLst>
            <p14:sldId id="259"/>
          </p14:sldIdLst>
        </p14:section>
        <p14:section name="04_PLAYER_INTRO" id="{4ea0e6f2-71cb-33f6-f548-92a03fd3e5eb}">
          <p14:sldIdLst>
            <p14:sldId id="260"/>
          </p14:sldIdLst>
        </p14:section>
        <p14:section name="05_MATCH_RULES" id="{0cdfdc42-dacb-1ae0-4459-80205fcf327f}">
          <p14:sldIdLst>
            <p14:sldId id="261"/>
          </p14:sldIdLst>
        </p14:section>
        <p14:section name="06_MAP_PICK" id="{db0e2f40-e340-2b02-46e8-7eb27e4f887e}">
          <p14:sldIdLst>
            <p14:sldId id="262"/>
          </p14:sldIdLst>
        </p14:section>
        <p14:section name="07_SCORE" id="{ebde3861-6c5c-83de-e264-16e767322bcf}">
          <p14:sldIdLst>
            <p14:sldId id="263"/>
          </p14:sldIdLst>
        </p14:section>
        <p14:section name="08_MATCH_RESULT" id="{b45cdee9-cbf3-8833-0965-e6949a3e5c32}">
          <p14:sldIdLst>
            <p14:sldId id="264"/>
          </p14:sldIdLst>
        </p14:section>
        <p14:section name="09_BRACKET" id="{d651f2be-251b-a8a6-a20a-4453284821a5}">
          <p14:sldIdLst>
            <p14:sldId id="265"/>
          </p14:sldIdLst>
        </p14:section>
        <p14:section name="10_BREAK" id="{8e1e7b4c-4e86-c898-7bb7-23f26b79f5df}">
          <p14:sldIdLst>
            <p14:sldId id="266"/>
          </p14:sldIdLst>
        </p14:section>
        <p14:section name="11_NEXT_MATCH" id="{42717510-e510-4e04-9a32-fc0696a526f2}">
          <p14:sldIdLst>
            <p14:sldId id="267"/>
          </p14:sldIdLst>
        </p14:section>
        <p14:section name="12_STREAM_END" id="{f9ff38d2-cb5c-bd78-566b-ea4b364fd79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00_TITLE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01_STREAM_STARTING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02_TODAY_SCHEDULE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03_TEAM_VS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04_PLAYER_INTRO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05_MATCH_RULES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06_MAP_PICK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07_SCORE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08_MATCH_RESULT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09_BRACKET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10_BREAK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11_NEXT_MATCH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12_STREAM_END
DESIGN.md 第33章を参照。角括弧内の内容は記入例です。配信前に置換してください。
背景は固定PNG。テキスト、画像、カード、接続線は編集できます。画像は「画像を置換」で差し替えます。
時刻はJSTです。実際のルール・対戦・スコアに置換し、Google Slides取り込み後にフォントと改行を確認してください。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00_TITLE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pic>
        <p:nvPicPr>
          <p:cNvPr id="7" name="key-visual-replaceable" descr="key-visual-replace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194560"/>
            <a:ext cx="6245352" cy="3514954"/>
          </a:xfrm>
          <a:prstGeom prst="rect">
            <a:avLst/>
          </a:prstGeom>
        </p:spPr>
      </p:pic>
      <p:sp>
        <p:nvSpPr>
          <p:cNvPr id="8" name="connector-7"/>
          <p:cNvSpPr/>
          <p:nvPr/>
        </p:nvSpPr>
        <p:spPr>
          <a:xfrm>
            <a:off x="5440680" y="5852160"/>
            <a:ext cx="6245352" cy="0"/>
          </a:xfrm>
          <a:prstGeom prst="line">
            <a:avLst/>
          </a:prstGeom>
          <a:noFill/>
          <a:ln w="17780">
            <a:solidFill>
              <a:srgbClr val="BCCD6E"/>
            </a:solidFill>
            <a:prstDash val="solid"/>
          </a:ln>
        </p:spPr>
      </p:sp>
      <p:sp>
        <p:nvSpPr>
          <p:cNvPr id="9" name="panel-8"/>
          <p:cNvSpPr/>
          <p:nvPr/>
        </p:nvSpPr>
        <p:spPr>
          <a:xfrm>
            <a:off x="502920" y="1234440"/>
            <a:ext cx="2057400" cy="329184"/>
          </a:xfrm>
          <a:prstGeom prst="rect">
            <a:avLst/>
          </a:prstGeom>
          <a:solidFill>
            <a:srgbClr val="BCCD6E"/>
          </a:solidFill>
          <a:ln w="8890">
            <a:solidFill>
              <a:srgbClr val="BCCD6E"/>
            </a:solidFill>
            <a:prstDash val="solid"/>
          </a:ln>
        </p:spPr>
      </p:sp>
      <p:sp>
        <p:nvSpPr>
          <p:cNvPr id="10" name="text-9"/>
          <p:cNvSpPr/>
          <p:nvPr/>
        </p:nvSpPr>
        <p:spPr>
          <a:xfrm>
            <a:off x="576072" y="1252728"/>
            <a:ext cx="1911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0E0F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SEPTEMBER / 2026</a:t>
            </a:r>
            <a:endParaRPr lang="ja-JP" sz="1200" dirty="0"/>
          </a:p>
        </p:txBody>
      </p:sp>
      <p:sp>
        <p:nvSpPr>
          <p:cNvPr id="11" name="text-10"/>
          <p:cNvSpPr/>
          <p:nvPr/>
        </p:nvSpPr>
        <p:spPr>
          <a:xfrm>
            <a:off x="502920" y="1828800"/>
            <a:ext cx="473659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58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PLAY.</a:t>
            </a:r>
            <a:endParaRPr lang="ja-JP" sz="5800" dirty="0"/>
          </a:p>
          <a:p>
            <a:pPr algn="l" indent="0" marL="0">
              <a:buNone/>
            </a:pPr>
            <a:r>
              <a:rPr lang="ja-JP" altLang="en-US" sz="58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COMPETE.</a:t>
            </a:r>
            <a:endParaRPr lang="ja-JP" sz="5800" dirty="0"/>
          </a:p>
          <a:p>
            <a:pPr algn="l" indent="0" marL="0">
              <a:buNone/>
            </a:pPr>
            <a:r>
              <a:rPr lang="ja-JP" altLang="en-US" sz="58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CELEBRATE.</a:t>
            </a:r>
            <a:endParaRPr lang="ja-JP" sz="5800" dirty="0"/>
          </a:p>
        </p:txBody>
      </p:sp>
      <p:sp>
        <p:nvSpPr>
          <p:cNvPr id="12" name="text-11"/>
          <p:cNvSpPr/>
          <p:nvPr/>
        </p:nvSpPr>
        <p:spPr>
          <a:xfrm>
            <a:off x="530352" y="448970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3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 2026</a:t>
            </a:r>
            <a:endParaRPr lang="ja-JP" sz="3200" dirty="0"/>
          </a:p>
        </p:txBody>
      </p:sp>
      <p:sp>
        <p:nvSpPr>
          <p:cNvPr id="13" name="text-12"/>
          <p:cNvSpPr/>
          <p:nvPr/>
        </p:nvSpPr>
        <p:spPr>
          <a:xfrm>
            <a:off x="530352" y="5257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[開催日] JST</a:t>
            </a:r>
            <a:endParaRPr lang="ja-JP" sz="1900" dirty="0"/>
          </a:p>
        </p:txBody>
      </p:sp>
      <p:sp>
        <p:nvSpPr>
          <p:cNvPr id="14" name="text-13"/>
          <p:cNvSpPr/>
          <p:nvPr/>
        </p:nvSpPr>
        <p:spPr>
          <a:xfrm>
            <a:off x="5532120" y="118872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1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大学の仲間が本気で遊ぶ、</a:t>
            </a:r>
            <a:endParaRPr lang="ja-JP" sz="2100" dirty="0"/>
          </a:p>
          <a:p>
            <a:pPr algn="l" indent="0" marL="0">
              <a:buNone/>
            </a:pPr>
            <a:r>
              <a:rPr lang="ja-JP" altLang="en-US" sz="21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年に一度のeスポーツフェス。</a:t>
            </a:r>
            <a:endParaRPr lang="ja-JP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01_STREAM_STARTING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pic>
        <p:nvPicPr>
          <p:cNvPr id="7" name="key-visual-replaceable" descr="key-visual-replace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194560"/>
            <a:ext cx="6245352" cy="3514954"/>
          </a:xfrm>
          <a:prstGeom prst="rect">
            <a:avLst/>
          </a:prstGeom>
        </p:spPr>
      </p:pic>
      <p:sp>
        <p:nvSpPr>
          <p:cNvPr id="8" name="connector-7"/>
          <p:cNvSpPr/>
          <p:nvPr/>
        </p:nvSpPr>
        <p:spPr>
          <a:xfrm>
            <a:off x="5440680" y="5852160"/>
            <a:ext cx="6245352" cy="0"/>
          </a:xfrm>
          <a:prstGeom prst="line">
            <a:avLst/>
          </a:prstGeom>
          <a:noFill/>
          <a:ln w="17780">
            <a:solidFill>
              <a:srgbClr val="BCCD6E"/>
            </a:solidFill>
            <a:prstDash val="solid"/>
          </a:ln>
        </p:spPr>
      </p:sp>
      <p:sp>
        <p:nvSpPr>
          <p:cNvPr id="9" name="panel-8"/>
          <p:cNvSpPr/>
          <p:nvPr/>
        </p:nvSpPr>
        <p:spPr>
          <a:xfrm>
            <a:off x="502920" y="1234440"/>
            <a:ext cx="1508760" cy="329184"/>
          </a:xfrm>
          <a:prstGeom prst="rect">
            <a:avLst/>
          </a:prstGeom>
          <a:solidFill>
            <a:srgbClr val="BCCD6E"/>
          </a:solidFill>
          <a:ln w="8890">
            <a:solidFill>
              <a:srgbClr val="BCCD6E"/>
            </a:solidFill>
            <a:prstDash val="solid"/>
          </a:ln>
        </p:spPr>
      </p:sp>
      <p:sp>
        <p:nvSpPr>
          <p:cNvPr id="10" name="text-9"/>
          <p:cNvSpPr/>
          <p:nvPr/>
        </p:nvSpPr>
        <p:spPr>
          <a:xfrm>
            <a:off x="576072" y="1252728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0E0F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STAND BY</a:t>
            </a:r>
            <a:endParaRPr lang="ja-JP" sz="1200" dirty="0"/>
          </a:p>
        </p:txBody>
      </p:sp>
      <p:sp>
        <p:nvSpPr>
          <p:cNvPr id="11" name="text-10"/>
          <p:cNvSpPr/>
          <p:nvPr/>
        </p:nvSpPr>
        <p:spPr>
          <a:xfrm>
            <a:off x="502920" y="182880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58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STREAM</a:t>
            </a:r>
            <a:endParaRPr lang="ja-JP" sz="5800" dirty="0"/>
          </a:p>
          <a:p>
            <a:pPr algn="l" indent="0" marL="0">
              <a:buNone/>
            </a:pPr>
            <a:r>
              <a:rPr lang="ja-JP" altLang="en-US" sz="58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STARTING</a:t>
            </a:r>
            <a:endParaRPr lang="ja-JP" sz="5800" dirty="0"/>
          </a:p>
        </p:txBody>
      </p:sp>
      <p:sp>
        <p:nvSpPr>
          <p:cNvPr id="12" name="text-11"/>
          <p:cNvSpPr/>
          <p:nvPr/>
        </p:nvSpPr>
        <p:spPr>
          <a:xfrm>
            <a:off x="530352" y="3547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5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まもなく配信開始</a:t>
            </a:r>
            <a:endParaRPr lang="ja-JP" sz="2500" dirty="0"/>
          </a:p>
        </p:txBody>
      </p:sp>
      <p:sp>
        <p:nvSpPr>
          <p:cNvPr id="13" name="text-12"/>
          <p:cNvSpPr/>
          <p:nvPr/>
        </p:nvSpPr>
        <p:spPr>
          <a:xfrm>
            <a:off x="530352" y="4297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8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[19:00] JST</a:t>
            </a:r>
            <a:endParaRPr lang="ja-JP" sz="4800" dirty="0"/>
          </a:p>
        </p:txBody>
      </p:sp>
      <p:sp>
        <p:nvSpPr>
          <p:cNvPr id="14" name="text-13"/>
          <p:cNvSpPr/>
          <p:nvPr/>
        </p:nvSpPr>
        <p:spPr>
          <a:xfrm>
            <a:off x="530352" y="532180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[開始前のご案内]</a:t>
            </a:r>
            <a:endParaRPr lang="ja-JP" sz="1700" dirty="0"/>
          </a:p>
        </p:txBody>
      </p:sp>
      <p:sp>
        <p:nvSpPr>
          <p:cNvPr id="15" name="text-14"/>
          <p:cNvSpPr/>
          <p:nvPr/>
        </p:nvSpPr>
        <p:spPr>
          <a:xfrm>
            <a:off x="5532120" y="13990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3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GET READY TO PLAY.</a:t>
            </a:r>
            <a:endParaRPr lang="ja-JP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02_TODAY_SCHEDULE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sp>
        <p:nvSpPr>
          <p:cNvPr id="7" name="text-6"/>
          <p:cNvSpPr/>
          <p:nvPr/>
        </p:nvSpPr>
        <p:spPr>
          <a:xfrm>
            <a:off x="502920" y="10241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3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TODAY’S SCHEDULE</a:t>
            </a:r>
            <a:endParaRPr lang="ja-JP" sz="4300" dirty="0"/>
          </a:p>
        </p:txBody>
      </p:sp>
      <p:sp>
        <p:nvSpPr>
          <p:cNvPr id="8" name="text-7"/>
          <p:cNvSpPr/>
          <p:nvPr/>
        </p:nvSpPr>
        <p:spPr>
          <a:xfrm>
            <a:off x="530352" y="1764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500" dirty="0">
                <a:solidFill>
                  <a:srgbClr val="BCCD6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[開催日] JST</a:t>
            </a:r>
            <a:endParaRPr lang="ja-JP" sz="1500" dirty="0"/>
          </a:p>
        </p:txBody>
      </p:sp>
      <p:sp>
        <p:nvSpPr>
          <p:cNvPr id="9" name="panel-8"/>
          <p:cNvSpPr/>
          <p:nvPr/>
        </p:nvSpPr>
        <p:spPr>
          <a:xfrm>
            <a:off x="502920" y="2331720"/>
            <a:ext cx="11183112" cy="50292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sp>
        <p:nvSpPr>
          <p:cNvPr id="10" name="text-9"/>
          <p:cNvSpPr/>
          <p:nvPr/>
        </p:nvSpPr>
        <p:spPr>
          <a:xfrm>
            <a:off x="713232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[19:00]</a:t>
            </a:r>
            <a:endParaRPr lang="ja-JP" sz="2400" dirty="0"/>
          </a:p>
        </p:txBody>
      </p:sp>
      <p:sp>
        <p:nvSpPr>
          <p:cNvPr id="11" name="text-10"/>
          <p:cNvSpPr/>
          <p:nvPr/>
        </p:nvSpPr>
        <p:spPr>
          <a:xfrm>
            <a:off x="2468880" y="238658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[オープニング]</a:t>
            </a:r>
            <a:endParaRPr lang="ja-JP" sz="1900" dirty="0"/>
          </a:p>
        </p:txBody>
      </p:sp>
      <p:sp>
        <p:nvSpPr>
          <p:cNvPr id="12" name="text-11"/>
          <p:cNvSpPr/>
          <p:nvPr/>
        </p:nvSpPr>
        <p:spPr>
          <a:xfrm>
            <a:off x="7315200" y="2386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[出演者・進行]</a:t>
            </a:r>
            <a:endParaRPr lang="ja-JP" sz="1700" dirty="0"/>
          </a:p>
        </p:txBody>
      </p:sp>
      <p:sp>
        <p:nvSpPr>
          <p:cNvPr id="13" name="panel-12"/>
          <p:cNvSpPr/>
          <p:nvPr/>
        </p:nvSpPr>
        <p:spPr>
          <a:xfrm>
            <a:off x="502920" y="2926080"/>
            <a:ext cx="11183112" cy="502920"/>
          </a:xfrm>
          <a:prstGeom prst="rect">
            <a:avLst/>
          </a:prstGeom>
          <a:solidFill>
            <a:srgbClr val="171913"/>
          </a:solidFill>
          <a:ln w="8890">
            <a:solidFill>
              <a:srgbClr val="171913"/>
            </a:solidFill>
            <a:prstDash val="solid"/>
          </a:ln>
        </p:spPr>
      </p:sp>
      <p:sp>
        <p:nvSpPr>
          <p:cNvPr id="14" name="text-13"/>
          <p:cNvSpPr/>
          <p:nvPr/>
        </p:nvSpPr>
        <p:spPr>
          <a:xfrm>
            <a:off x="713232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[19:10]</a:t>
            </a:r>
            <a:endParaRPr lang="ja-JP" sz="2400" dirty="0"/>
          </a:p>
        </p:txBody>
      </p:sp>
      <p:sp>
        <p:nvSpPr>
          <p:cNvPr id="15" name="text-14"/>
          <p:cNvSpPr/>
          <p:nvPr/>
        </p:nvSpPr>
        <p:spPr>
          <a:xfrm>
            <a:off x="2468880" y="298094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[第1試合]</a:t>
            </a:r>
            <a:endParaRPr lang="ja-JP" sz="1900" dirty="0"/>
          </a:p>
        </p:txBody>
      </p:sp>
      <p:sp>
        <p:nvSpPr>
          <p:cNvPr id="16" name="text-15"/>
          <p:cNvSpPr/>
          <p:nvPr/>
        </p:nvSpPr>
        <p:spPr>
          <a:xfrm>
            <a:off x="7315200" y="29809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[TEAM A vs TEAM B]</a:t>
            </a:r>
            <a:endParaRPr lang="ja-JP" sz="1700" dirty="0"/>
          </a:p>
        </p:txBody>
      </p:sp>
      <p:sp>
        <p:nvSpPr>
          <p:cNvPr id="17" name="panel-16"/>
          <p:cNvSpPr/>
          <p:nvPr/>
        </p:nvSpPr>
        <p:spPr>
          <a:xfrm>
            <a:off x="502920" y="3520440"/>
            <a:ext cx="11183112" cy="50292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sp>
        <p:nvSpPr>
          <p:cNvPr id="18" name="text-17"/>
          <p:cNvSpPr/>
          <p:nvPr/>
        </p:nvSpPr>
        <p:spPr>
          <a:xfrm>
            <a:off x="713232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[20:00]</a:t>
            </a:r>
            <a:endParaRPr lang="ja-JP" sz="2400" dirty="0"/>
          </a:p>
        </p:txBody>
      </p:sp>
      <p:sp>
        <p:nvSpPr>
          <p:cNvPr id="19" name="text-18"/>
          <p:cNvSpPr/>
          <p:nvPr/>
        </p:nvSpPr>
        <p:spPr>
          <a:xfrm>
            <a:off x="2468880" y="35753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[第2試合]</a:t>
            </a:r>
            <a:endParaRPr lang="ja-JP" sz="1900" dirty="0"/>
          </a:p>
        </p:txBody>
      </p:sp>
      <p:sp>
        <p:nvSpPr>
          <p:cNvPr id="20" name="text-19"/>
          <p:cNvSpPr/>
          <p:nvPr/>
        </p:nvSpPr>
        <p:spPr>
          <a:xfrm>
            <a:off x="7315200" y="35753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[TEAM C vs TEAM D]</a:t>
            </a:r>
            <a:endParaRPr lang="ja-JP" sz="1700" dirty="0"/>
          </a:p>
        </p:txBody>
      </p:sp>
      <p:sp>
        <p:nvSpPr>
          <p:cNvPr id="21" name="panel-20"/>
          <p:cNvSpPr/>
          <p:nvPr/>
        </p:nvSpPr>
        <p:spPr>
          <a:xfrm>
            <a:off x="502920" y="4114800"/>
            <a:ext cx="11183112" cy="502920"/>
          </a:xfrm>
          <a:prstGeom prst="rect">
            <a:avLst/>
          </a:prstGeom>
          <a:solidFill>
            <a:srgbClr val="171913"/>
          </a:solidFill>
          <a:ln w="8890">
            <a:solidFill>
              <a:srgbClr val="171913"/>
            </a:solidFill>
            <a:prstDash val="solid"/>
          </a:ln>
        </p:spPr>
      </p:sp>
      <p:sp>
        <p:nvSpPr>
          <p:cNvPr id="22" name="text-21"/>
          <p:cNvSpPr/>
          <p:nvPr/>
        </p:nvSpPr>
        <p:spPr>
          <a:xfrm>
            <a:off x="713232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[21:00]</a:t>
            </a:r>
            <a:endParaRPr lang="ja-JP" sz="2400" dirty="0"/>
          </a:p>
        </p:txBody>
      </p:sp>
      <p:sp>
        <p:nvSpPr>
          <p:cNvPr id="23" name="text-22"/>
          <p:cNvSpPr/>
          <p:nvPr/>
        </p:nvSpPr>
        <p:spPr>
          <a:xfrm>
            <a:off x="2468880" y="416966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[決勝]</a:t>
            </a:r>
            <a:endParaRPr lang="ja-JP" sz="1900" dirty="0"/>
          </a:p>
        </p:txBody>
      </p:sp>
      <p:sp>
        <p:nvSpPr>
          <p:cNvPr id="24" name="text-23"/>
          <p:cNvSpPr/>
          <p:nvPr/>
        </p:nvSpPr>
        <p:spPr>
          <a:xfrm>
            <a:off x="7315200" y="4169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[対戦カード]</a:t>
            </a:r>
            <a:endParaRPr lang="ja-JP" sz="1700" dirty="0"/>
          </a:p>
        </p:txBody>
      </p:sp>
      <p:sp>
        <p:nvSpPr>
          <p:cNvPr id="25" name="panel-24"/>
          <p:cNvSpPr/>
          <p:nvPr/>
        </p:nvSpPr>
        <p:spPr>
          <a:xfrm>
            <a:off x="502920" y="4709160"/>
            <a:ext cx="11183112" cy="50292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sp>
        <p:nvSpPr>
          <p:cNvPr id="26" name="text-25"/>
          <p:cNvSpPr/>
          <p:nvPr/>
        </p:nvSpPr>
        <p:spPr>
          <a:xfrm>
            <a:off x="713232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[22:00]</a:t>
            </a:r>
            <a:endParaRPr lang="ja-JP" sz="2400" dirty="0"/>
          </a:p>
        </p:txBody>
      </p:sp>
      <p:sp>
        <p:nvSpPr>
          <p:cNvPr id="27" name="text-26"/>
          <p:cNvSpPr/>
          <p:nvPr/>
        </p:nvSpPr>
        <p:spPr>
          <a:xfrm>
            <a:off x="2468880" y="476402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[表彰・エンディング]</a:t>
            </a:r>
            <a:endParaRPr lang="ja-JP" sz="1900" dirty="0"/>
          </a:p>
        </p:txBody>
      </p:sp>
      <p:sp>
        <p:nvSpPr>
          <p:cNvPr id="28" name="text-27"/>
          <p:cNvSpPr/>
          <p:nvPr/>
        </p:nvSpPr>
        <p:spPr>
          <a:xfrm>
            <a:off x="7315200" y="47640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[終了予定]</a:t>
            </a:r>
            <a:endParaRPr lang="ja-JP" sz="1700" dirty="0"/>
          </a:p>
        </p:txBody>
      </p:sp>
      <p:sp>
        <p:nvSpPr>
          <p:cNvPr id="29" name="text-28"/>
          <p:cNvSpPr/>
          <p:nvPr/>
        </p:nvSpPr>
        <p:spPr>
          <a:xfrm>
            <a:off x="640080" y="559612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4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※ 時刻は記入例です。実際の進行に合わせて更新してください。</a:t>
            </a:r>
            <a:endParaRPr lang="ja-JP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03_TEAM_VS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sp>
        <p:nvSpPr>
          <p:cNvPr id="7" name="text-6"/>
          <p:cNvSpPr/>
          <p:nvPr/>
        </p:nvSpPr>
        <p:spPr>
          <a:xfrm>
            <a:off x="502920" y="10241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3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HEAD TO HEAD</a:t>
            </a:r>
            <a:endParaRPr lang="ja-JP" sz="4300" dirty="0"/>
          </a:p>
        </p:txBody>
      </p:sp>
      <p:sp>
        <p:nvSpPr>
          <p:cNvPr id="8" name="text-7"/>
          <p:cNvSpPr/>
          <p:nvPr/>
        </p:nvSpPr>
        <p:spPr>
          <a:xfrm>
            <a:off x="530352" y="1764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500" dirty="0">
                <a:solidFill>
                  <a:srgbClr val="BCCD6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[試合番号]  /  [試合形式]</a:t>
            </a:r>
            <a:endParaRPr lang="ja-JP" sz="1500" dirty="0"/>
          </a:p>
        </p:txBody>
      </p:sp>
      <p:sp>
        <p:nvSpPr>
          <p:cNvPr id="9" name="panel-8"/>
          <p:cNvSpPr/>
          <p:nvPr/>
        </p:nvSpPr>
        <p:spPr>
          <a:xfrm>
            <a:off x="502920" y="2468880"/>
            <a:ext cx="4480560" cy="338328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sp>
        <p:nvSpPr>
          <p:cNvPr id="10" name="panel-9"/>
          <p:cNvSpPr/>
          <p:nvPr/>
        </p:nvSpPr>
        <p:spPr>
          <a:xfrm>
            <a:off x="502920" y="2468880"/>
            <a:ext cx="41148" cy="3383280"/>
          </a:xfrm>
          <a:prstGeom prst="rect">
            <a:avLst/>
          </a:prstGeom>
          <a:solidFill>
            <a:srgbClr val="BCCD6E"/>
          </a:solidFill>
          <a:ln w="8890">
            <a:solidFill>
              <a:srgbClr val="BCCD6E"/>
            </a:solidFill>
            <a:prstDash val="solid"/>
          </a:ln>
        </p:spPr>
      </p:sp>
      <p:pic>
        <p:nvPicPr>
          <p:cNvPr id="11" name="[ロゴ]" descr="[ロゴ]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1325880" cy="1325880"/>
          </a:xfrm>
          <a:prstGeom prst="rect">
            <a:avLst/>
          </a:prstGeom>
        </p:spPr>
      </p:pic>
      <p:sp>
        <p:nvSpPr>
          <p:cNvPr id="12" name="text-11"/>
          <p:cNvSpPr/>
          <p:nvPr/>
        </p:nvSpPr>
        <p:spPr>
          <a:xfrm>
            <a:off x="850392" y="370332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[ロゴ]</a:t>
            </a:r>
            <a:endParaRPr lang="ja-JP" sz="1200" dirty="0"/>
          </a:p>
        </p:txBody>
      </p:sp>
      <p:sp>
        <p:nvSpPr>
          <p:cNvPr id="13" name="text-12"/>
          <p:cNvSpPr/>
          <p:nvPr/>
        </p:nvSpPr>
        <p:spPr>
          <a:xfrm>
            <a:off x="2304288" y="2926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32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[TEAM A]</a:t>
            </a:r>
            <a:endParaRPr lang="ja-JP" sz="3200" dirty="0"/>
          </a:p>
        </p:txBody>
      </p:sp>
      <p:sp>
        <p:nvSpPr>
          <p:cNvPr id="14" name="text-13"/>
          <p:cNvSpPr/>
          <p:nvPr/>
        </p:nvSpPr>
        <p:spPr>
          <a:xfrm>
            <a:off x="2304288" y="362102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8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[チーム名]</a:t>
            </a:r>
            <a:endParaRPr lang="ja-JP" sz="1800" dirty="0"/>
          </a:p>
        </p:txBody>
      </p:sp>
      <p:sp>
        <p:nvSpPr>
          <p:cNvPr id="15" name="text-14"/>
          <p:cNvSpPr/>
          <p:nvPr/>
        </p:nvSpPr>
        <p:spPr>
          <a:xfrm>
            <a:off x="777240" y="445312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[選手1]  /  [選手2]  /  [選手3]</a:t>
            </a:r>
            <a:endParaRPr lang="ja-JP" sz="1600" dirty="0"/>
          </a:p>
        </p:txBody>
      </p:sp>
      <p:sp>
        <p:nvSpPr>
          <p:cNvPr id="16" name="text-15"/>
          <p:cNvSpPr/>
          <p:nvPr/>
        </p:nvSpPr>
        <p:spPr>
          <a:xfrm>
            <a:off x="777240" y="501091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[選手4]  /  [選手5]</a:t>
            </a:r>
            <a:endParaRPr lang="ja-JP" sz="1600" dirty="0"/>
          </a:p>
        </p:txBody>
      </p:sp>
      <p:sp>
        <p:nvSpPr>
          <p:cNvPr id="17" name="panel-16"/>
          <p:cNvSpPr/>
          <p:nvPr/>
        </p:nvSpPr>
        <p:spPr>
          <a:xfrm>
            <a:off x="7205472" y="2468880"/>
            <a:ext cx="4480560" cy="338328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sp>
        <p:nvSpPr>
          <p:cNvPr id="18" name="panel-17"/>
          <p:cNvSpPr/>
          <p:nvPr/>
        </p:nvSpPr>
        <p:spPr>
          <a:xfrm>
            <a:off x="7205472" y="2468880"/>
            <a:ext cx="41148" cy="3383280"/>
          </a:xfrm>
          <a:prstGeom prst="rect">
            <a:avLst/>
          </a:prstGeom>
          <a:solidFill>
            <a:srgbClr val="8587CE"/>
          </a:solidFill>
          <a:ln w="8890">
            <a:solidFill>
              <a:srgbClr val="8587CE"/>
            </a:solidFill>
            <a:prstDash val="solid"/>
          </a:ln>
        </p:spPr>
      </p:sp>
      <p:pic>
        <p:nvPicPr>
          <p:cNvPr id="19" name="[ロゴ]" descr="[ロゴ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743200"/>
            <a:ext cx="1325880" cy="1325880"/>
          </a:xfrm>
          <a:prstGeom prst="rect">
            <a:avLst/>
          </a:prstGeom>
        </p:spPr>
      </p:pic>
      <p:sp>
        <p:nvSpPr>
          <p:cNvPr id="20" name="text-19"/>
          <p:cNvSpPr/>
          <p:nvPr/>
        </p:nvSpPr>
        <p:spPr>
          <a:xfrm>
            <a:off x="7552944" y="370332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[ロゴ]</a:t>
            </a:r>
            <a:endParaRPr lang="ja-JP" sz="1200" dirty="0"/>
          </a:p>
        </p:txBody>
      </p:sp>
      <p:sp>
        <p:nvSpPr>
          <p:cNvPr id="21" name="text-20"/>
          <p:cNvSpPr/>
          <p:nvPr/>
        </p:nvSpPr>
        <p:spPr>
          <a:xfrm>
            <a:off x="9006840" y="2926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3200" dirty="0">
                <a:solidFill>
                  <a:srgbClr val="8587C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[TEAM B]</a:t>
            </a:r>
            <a:endParaRPr lang="ja-JP" sz="3200" dirty="0"/>
          </a:p>
        </p:txBody>
      </p:sp>
      <p:sp>
        <p:nvSpPr>
          <p:cNvPr id="22" name="text-21"/>
          <p:cNvSpPr/>
          <p:nvPr/>
        </p:nvSpPr>
        <p:spPr>
          <a:xfrm>
            <a:off x="9006840" y="362102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8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[チーム名]</a:t>
            </a:r>
            <a:endParaRPr lang="ja-JP" sz="1800" dirty="0"/>
          </a:p>
        </p:txBody>
      </p:sp>
      <p:sp>
        <p:nvSpPr>
          <p:cNvPr id="23" name="text-22"/>
          <p:cNvSpPr/>
          <p:nvPr/>
        </p:nvSpPr>
        <p:spPr>
          <a:xfrm>
            <a:off x="7479792" y="445312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[選手1]  /  [選手2]  /  [選手3]</a:t>
            </a:r>
            <a:endParaRPr lang="ja-JP" sz="1600" dirty="0"/>
          </a:p>
        </p:txBody>
      </p:sp>
      <p:sp>
        <p:nvSpPr>
          <p:cNvPr id="24" name="text-23"/>
          <p:cNvSpPr/>
          <p:nvPr/>
        </p:nvSpPr>
        <p:spPr>
          <a:xfrm>
            <a:off x="7479792" y="501091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[選手4]  /  [選手5]</a:t>
            </a:r>
            <a:endParaRPr lang="ja-JP" sz="1600" dirty="0"/>
          </a:p>
        </p:txBody>
      </p:sp>
      <p:sp>
        <p:nvSpPr>
          <p:cNvPr id="25" name="text-24"/>
          <p:cNvSpPr/>
          <p:nvPr/>
        </p:nvSpPr>
        <p:spPr>
          <a:xfrm>
            <a:off x="5074920" y="34747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7200" dirty="0">
                <a:solidFill>
                  <a:srgbClr val="F2C58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VS</a:t>
            </a:r>
            <a:endParaRPr lang="ja-JP" sz="7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04_PLAYER_INTRO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sp>
        <p:nvSpPr>
          <p:cNvPr id="7" name="text-6"/>
          <p:cNvSpPr/>
          <p:nvPr/>
        </p:nvSpPr>
        <p:spPr>
          <a:xfrm>
            <a:off x="502920" y="10241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3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PLAYER INTRODUCTION</a:t>
            </a:r>
            <a:endParaRPr lang="ja-JP" sz="4300" dirty="0"/>
          </a:p>
        </p:txBody>
      </p:sp>
      <p:sp>
        <p:nvSpPr>
          <p:cNvPr id="8" name="text-7"/>
          <p:cNvSpPr/>
          <p:nvPr/>
        </p:nvSpPr>
        <p:spPr>
          <a:xfrm>
            <a:off x="530352" y="1764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500" dirty="0">
                <a:solidFill>
                  <a:srgbClr val="BCCD6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[チーム名]</a:t>
            </a:r>
            <a:endParaRPr lang="ja-JP" sz="1500" dirty="0"/>
          </a:p>
        </p:txBody>
      </p:sp>
      <p:pic>
        <p:nvPicPr>
          <p:cNvPr id="9" name="[選手写真]" descr="[選手写真]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3160"/>
            <a:ext cx="3035808" cy="3419856"/>
          </a:xfrm>
          <a:prstGeom prst="rect">
            <a:avLst/>
          </a:prstGeom>
        </p:spPr>
      </p:pic>
      <p:sp>
        <p:nvSpPr>
          <p:cNvPr id="10" name="text-9"/>
          <p:cNvSpPr/>
          <p:nvPr/>
        </p:nvSpPr>
        <p:spPr>
          <a:xfrm>
            <a:off x="576072" y="547725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[選手写真]</a:t>
            </a:r>
            <a:endParaRPr lang="ja-JP" sz="1200" dirty="0"/>
          </a:p>
        </p:txBody>
      </p:sp>
      <p:sp>
        <p:nvSpPr>
          <p:cNvPr id="11" name="panel-10"/>
          <p:cNvSpPr/>
          <p:nvPr/>
        </p:nvSpPr>
        <p:spPr>
          <a:xfrm>
            <a:off x="4069080" y="2423160"/>
            <a:ext cx="2743200" cy="329184"/>
          </a:xfrm>
          <a:prstGeom prst="rect">
            <a:avLst/>
          </a:prstGeom>
          <a:solidFill>
            <a:srgbClr val="BCCD6E"/>
          </a:solidFill>
          <a:ln w="8890">
            <a:solidFill>
              <a:srgbClr val="BCCD6E"/>
            </a:solidFill>
            <a:prstDash val="solid"/>
          </a:ln>
        </p:spPr>
      </p:sp>
      <p:sp>
        <p:nvSpPr>
          <p:cNvPr id="12" name="text-11"/>
          <p:cNvSpPr/>
          <p:nvPr/>
        </p:nvSpPr>
        <p:spPr>
          <a:xfrm>
            <a:off x="4142232" y="2441448"/>
            <a:ext cx="2596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0E0F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[ROLE / POSITION]</a:t>
            </a:r>
            <a:endParaRPr lang="ja-JP" sz="1200" dirty="0"/>
          </a:p>
        </p:txBody>
      </p:sp>
      <p:sp>
        <p:nvSpPr>
          <p:cNvPr id="13" name="text-12"/>
          <p:cNvSpPr/>
          <p:nvPr/>
        </p:nvSpPr>
        <p:spPr>
          <a:xfrm>
            <a:off x="4069080" y="3035808"/>
            <a:ext cx="7452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6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[PLAYER NAME]</a:t>
            </a:r>
            <a:endParaRPr lang="ja-JP" sz="4600" dirty="0"/>
          </a:p>
        </p:txBody>
      </p:sp>
      <p:sp>
        <p:nvSpPr>
          <p:cNvPr id="14" name="text-13"/>
          <p:cNvSpPr/>
          <p:nvPr/>
        </p:nvSpPr>
        <p:spPr>
          <a:xfrm>
            <a:off x="4096512" y="390448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3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[選手名・ハンドルネーム]</a:t>
            </a:r>
            <a:endParaRPr lang="ja-JP" sz="2300" dirty="0"/>
          </a:p>
        </p:txBody>
      </p:sp>
      <p:sp>
        <p:nvSpPr>
          <p:cNvPr id="15" name="connector-14"/>
          <p:cNvSpPr/>
          <p:nvPr/>
        </p:nvSpPr>
        <p:spPr>
          <a:xfrm>
            <a:off x="4069080" y="4562856"/>
            <a:ext cx="7616952" cy="0"/>
          </a:xfrm>
          <a:prstGeom prst="line">
            <a:avLst/>
          </a:prstGeom>
          <a:noFill/>
          <a:ln w="17780">
            <a:solidFill>
              <a:srgbClr val="BCCD6E"/>
            </a:solidFill>
            <a:prstDash val="solid"/>
          </a:ln>
        </p:spPr>
      </p:sp>
      <p:sp>
        <p:nvSpPr>
          <p:cNvPr id="16" name="text-15"/>
          <p:cNvSpPr/>
          <p:nvPr/>
        </p:nvSpPr>
        <p:spPr>
          <a:xfrm>
            <a:off x="4096512" y="48463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得意分野：[使用キャラクター・戦術など]</a:t>
            </a:r>
            <a:endParaRPr lang="ja-JP" sz="1900" dirty="0"/>
          </a:p>
        </p:txBody>
      </p:sp>
      <p:sp>
        <p:nvSpPr>
          <p:cNvPr id="17" name="text-16"/>
          <p:cNvSpPr/>
          <p:nvPr/>
        </p:nvSpPr>
        <p:spPr>
          <a:xfrm>
            <a:off x="4096512" y="54406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ひとこと：[意気込み・紹介コメント]</a:t>
            </a:r>
            <a:endParaRPr lang="ja-JP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372D3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372D3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05_MATCH_RULES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372D3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sp>
        <p:nvSpPr>
          <p:cNvPr id="7" name="text-6"/>
          <p:cNvSpPr/>
          <p:nvPr/>
        </p:nvSpPr>
        <p:spPr>
          <a:xfrm>
            <a:off x="502920" y="10241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300" dirty="0">
                <a:solidFill>
                  <a:srgbClr val="372D3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MATCH RULES</a:t>
            </a:r>
            <a:endParaRPr lang="ja-JP" sz="4300" dirty="0"/>
          </a:p>
        </p:txBody>
      </p:sp>
      <p:sp>
        <p:nvSpPr>
          <p:cNvPr id="8" name="text-7"/>
          <p:cNvSpPr/>
          <p:nvPr/>
        </p:nvSpPr>
        <p:spPr>
          <a:xfrm>
            <a:off x="530352" y="1764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500" dirty="0">
                <a:solidFill>
                  <a:srgbClr val="3F5A0D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当日の試合ルール</a:t>
            </a:r>
            <a:endParaRPr lang="ja-JP" sz="1500" dirty="0"/>
          </a:p>
        </p:txBody>
      </p:sp>
      <p:sp>
        <p:nvSpPr>
          <p:cNvPr id="9" name="panel-8"/>
          <p:cNvSpPr/>
          <p:nvPr/>
        </p:nvSpPr>
        <p:spPr>
          <a:xfrm>
            <a:off x="502920" y="2423160"/>
            <a:ext cx="5422392" cy="1188720"/>
          </a:xfrm>
          <a:prstGeom prst="rect">
            <a:avLst/>
          </a:prstGeom>
          <a:solidFill>
            <a:srgbClr val="F7F4EF"/>
          </a:solidFill>
          <a:ln w="8890">
            <a:solidFill>
              <a:srgbClr val="F7F4EF"/>
            </a:solidFill>
            <a:prstDash val="solid"/>
          </a:ln>
        </p:spPr>
      </p:sp>
      <p:sp>
        <p:nvSpPr>
          <p:cNvPr id="10" name="text-9"/>
          <p:cNvSpPr/>
          <p:nvPr/>
        </p:nvSpPr>
        <p:spPr>
          <a:xfrm>
            <a:off x="685800" y="2578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C64E3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ja-JP" sz="2600" dirty="0"/>
          </a:p>
        </p:txBody>
      </p:sp>
      <p:sp>
        <p:nvSpPr>
          <p:cNvPr id="11" name="text-10"/>
          <p:cNvSpPr/>
          <p:nvPr/>
        </p:nvSpPr>
        <p:spPr>
          <a:xfrm>
            <a:off x="1417320" y="2587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試合形式</a:t>
            </a:r>
            <a:endParaRPr lang="ja-JP" sz="2000" dirty="0"/>
          </a:p>
        </p:txBody>
      </p:sp>
      <p:sp>
        <p:nvSpPr>
          <p:cNvPr id="12" name="text-11"/>
          <p:cNvSpPr/>
          <p:nvPr/>
        </p:nvSpPr>
        <p:spPr>
          <a:xfrm>
            <a:off x="1417320" y="30815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[試合形式を記入]</a:t>
            </a:r>
            <a:endParaRPr lang="ja-JP" sz="1700" dirty="0"/>
          </a:p>
        </p:txBody>
      </p:sp>
      <p:sp>
        <p:nvSpPr>
          <p:cNvPr id="13" name="panel-12"/>
          <p:cNvSpPr/>
          <p:nvPr/>
        </p:nvSpPr>
        <p:spPr>
          <a:xfrm>
            <a:off x="6263640" y="2423160"/>
            <a:ext cx="5422392" cy="1188720"/>
          </a:xfrm>
          <a:prstGeom prst="rect">
            <a:avLst/>
          </a:prstGeom>
          <a:solidFill>
            <a:srgbClr val="F7F4EF"/>
          </a:solidFill>
          <a:ln w="8890">
            <a:solidFill>
              <a:srgbClr val="F7F4EF"/>
            </a:solidFill>
            <a:prstDash val="solid"/>
          </a:ln>
        </p:spPr>
      </p:sp>
      <p:sp>
        <p:nvSpPr>
          <p:cNvPr id="14" name="text-13"/>
          <p:cNvSpPr/>
          <p:nvPr/>
        </p:nvSpPr>
        <p:spPr>
          <a:xfrm>
            <a:off x="6446520" y="2578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C64E3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ja-JP" sz="2600" dirty="0"/>
          </a:p>
        </p:txBody>
      </p:sp>
      <p:sp>
        <p:nvSpPr>
          <p:cNvPr id="15" name="text-14"/>
          <p:cNvSpPr/>
          <p:nvPr/>
        </p:nvSpPr>
        <p:spPr>
          <a:xfrm>
            <a:off x="7178040" y="2587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勝利条件</a:t>
            </a:r>
            <a:endParaRPr lang="ja-JP" sz="2000" dirty="0"/>
          </a:p>
        </p:txBody>
      </p:sp>
      <p:sp>
        <p:nvSpPr>
          <p:cNvPr id="16" name="text-15"/>
          <p:cNvSpPr/>
          <p:nvPr/>
        </p:nvSpPr>
        <p:spPr>
          <a:xfrm>
            <a:off x="7178040" y="30815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[勝利条件を記入]</a:t>
            </a:r>
            <a:endParaRPr lang="ja-JP" sz="1700" dirty="0"/>
          </a:p>
        </p:txBody>
      </p:sp>
      <p:sp>
        <p:nvSpPr>
          <p:cNvPr id="17" name="panel-16"/>
          <p:cNvSpPr/>
          <p:nvPr/>
        </p:nvSpPr>
        <p:spPr>
          <a:xfrm>
            <a:off x="502920" y="3822192"/>
            <a:ext cx="5422392" cy="1188720"/>
          </a:xfrm>
          <a:prstGeom prst="rect">
            <a:avLst/>
          </a:prstGeom>
          <a:solidFill>
            <a:srgbClr val="F7F4EF"/>
          </a:solidFill>
          <a:ln w="8890">
            <a:solidFill>
              <a:srgbClr val="F7F4EF"/>
            </a:solidFill>
            <a:prstDash val="solid"/>
          </a:ln>
        </p:spPr>
      </p:sp>
      <p:sp>
        <p:nvSpPr>
          <p:cNvPr id="18" name="text-17"/>
          <p:cNvSpPr/>
          <p:nvPr/>
        </p:nvSpPr>
        <p:spPr>
          <a:xfrm>
            <a:off x="685800" y="3977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C64E3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ja-JP" sz="2600" dirty="0"/>
          </a:p>
        </p:txBody>
      </p:sp>
      <p:sp>
        <p:nvSpPr>
          <p:cNvPr id="19" name="text-18"/>
          <p:cNvSpPr/>
          <p:nvPr/>
        </p:nvSpPr>
        <p:spPr>
          <a:xfrm>
            <a:off x="1417320" y="39867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使用設定</a:t>
            </a:r>
            <a:endParaRPr lang="ja-JP" sz="2000" dirty="0"/>
          </a:p>
        </p:txBody>
      </p:sp>
      <p:sp>
        <p:nvSpPr>
          <p:cNvPr id="20" name="text-19"/>
          <p:cNvSpPr/>
          <p:nvPr/>
        </p:nvSpPr>
        <p:spPr>
          <a:xfrm>
            <a:off x="1417320" y="44805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[使用設定を記入]</a:t>
            </a:r>
            <a:endParaRPr lang="ja-JP" sz="1700" dirty="0"/>
          </a:p>
        </p:txBody>
      </p:sp>
      <p:sp>
        <p:nvSpPr>
          <p:cNvPr id="21" name="panel-20"/>
          <p:cNvSpPr/>
          <p:nvPr/>
        </p:nvSpPr>
        <p:spPr>
          <a:xfrm>
            <a:off x="6263640" y="3822192"/>
            <a:ext cx="5422392" cy="1188720"/>
          </a:xfrm>
          <a:prstGeom prst="rect">
            <a:avLst/>
          </a:prstGeom>
          <a:solidFill>
            <a:srgbClr val="F7F4EF"/>
          </a:solidFill>
          <a:ln w="8890">
            <a:solidFill>
              <a:srgbClr val="F7F4EF"/>
            </a:solidFill>
            <a:prstDash val="solid"/>
          </a:ln>
        </p:spPr>
      </p:sp>
      <p:sp>
        <p:nvSpPr>
          <p:cNvPr id="22" name="text-21"/>
          <p:cNvSpPr/>
          <p:nvPr/>
        </p:nvSpPr>
        <p:spPr>
          <a:xfrm>
            <a:off x="6446520" y="3977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600" dirty="0">
                <a:solidFill>
                  <a:srgbClr val="C64E3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</a:t>
            </a:r>
            <a:endParaRPr lang="ja-JP" sz="2600" dirty="0"/>
          </a:p>
        </p:txBody>
      </p:sp>
      <p:sp>
        <p:nvSpPr>
          <p:cNvPr id="23" name="text-22"/>
          <p:cNvSpPr/>
          <p:nvPr/>
        </p:nvSpPr>
        <p:spPr>
          <a:xfrm>
            <a:off x="7178040" y="39867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注意事項</a:t>
            </a:r>
            <a:endParaRPr lang="ja-JP" sz="2000" dirty="0"/>
          </a:p>
        </p:txBody>
      </p:sp>
      <p:sp>
        <p:nvSpPr>
          <p:cNvPr id="24" name="text-23"/>
          <p:cNvSpPr/>
          <p:nvPr/>
        </p:nvSpPr>
        <p:spPr>
          <a:xfrm>
            <a:off x="7178040" y="44805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[注意事項を記入]</a:t>
            </a:r>
            <a:endParaRPr lang="ja-JP" sz="1700" dirty="0"/>
          </a:p>
        </p:txBody>
      </p:sp>
      <p:sp>
        <p:nvSpPr>
          <p:cNvPr id="25" name="text-24"/>
          <p:cNvSpPr/>
          <p:nvPr/>
        </p:nvSpPr>
        <p:spPr>
          <a:xfrm>
            <a:off x="594360" y="56235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5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運営連絡先：[チャンネル・担当者]  /  詳細は当日の大会案内を確認</a:t>
            </a:r>
            <a:endParaRPr lang="ja-JP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06_MAP_PICK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sp>
        <p:nvSpPr>
          <p:cNvPr id="7" name="text-6"/>
          <p:cNvSpPr/>
          <p:nvPr/>
        </p:nvSpPr>
        <p:spPr>
          <a:xfrm>
            <a:off x="502920" y="10241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3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MAP / STAGE PICK</a:t>
            </a:r>
            <a:endParaRPr lang="ja-JP" sz="4300" dirty="0"/>
          </a:p>
        </p:txBody>
      </p:sp>
      <p:sp>
        <p:nvSpPr>
          <p:cNvPr id="8" name="text-7"/>
          <p:cNvSpPr/>
          <p:nvPr/>
        </p:nvSpPr>
        <p:spPr>
          <a:xfrm>
            <a:off x="530352" y="1764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500" dirty="0">
                <a:solidFill>
                  <a:srgbClr val="BCCD6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[選択順・試合形式]</a:t>
            </a:r>
            <a:endParaRPr lang="ja-JP" sz="1500" dirty="0"/>
          </a:p>
        </p:txBody>
      </p:sp>
      <p:sp>
        <p:nvSpPr>
          <p:cNvPr id="9" name="panel-8"/>
          <p:cNvSpPr/>
          <p:nvPr/>
        </p:nvSpPr>
        <p:spPr>
          <a:xfrm>
            <a:off x="502920" y="2423160"/>
            <a:ext cx="3547872" cy="342900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pic>
        <p:nvPicPr>
          <p:cNvPr id="10" name="[マップ画像]" descr="[マップ画像]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578608"/>
            <a:ext cx="3255264" cy="1828800"/>
          </a:xfrm>
          <a:prstGeom prst="rect">
            <a:avLst/>
          </a:prstGeom>
        </p:spPr>
      </p:pic>
      <p:sp>
        <p:nvSpPr>
          <p:cNvPr id="11" name="text-10"/>
          <p:cNvSpPr/>
          <p:nvPr/>
        </p:nvSpPr>
        <p:spPr>
          <a:xfrm>
            <a:off x="722376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[マップ画像]</a:t>
            </a:r>
            <a:endParaRPr lang="ja-JP" sz="1200" dirty="0"/>
          </a:p>
        </p:txBody>
      </p:sp>
      <p:sp>
        <p:nvSpPr>
          <p:cNvPr id="12" name="text-11"/>
          <p:cNvSpPr/>
          <p:nvPr/>
        </p:nvSpPr>
        <p:spPr>
          <a:xfrm>
            <a:off x="704088" y="4590288"/>
            <a:ext cx="3145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8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[MAP 1]</a:t>
            </a:r>
            <a:endParaRPr lang="ja-JP" sz="2800" dirty="0"/>
          </a:p>
        </p:txBody>
      </p:sp>
      <p:sp>
        <p:nvSpPr>
          <p:cNvPr id="13" name="panel-12"/>
          <p:cNvSpPr/>
          <p:nvPr/>
        </p:nvSpPr>
        <p:spPr>
          <a:xfrm>
            <a:off x="704088" y="5129784"/>
            <a:ext cx="3145536" cy="329184"/>
          </a:xfrm>
          <a:prstGeom prst="rect">
            <a:avLst/>
          </a:prstGeom>
          <a:solidFill>
            <a:srgbClr val="BCCD6E"/>
          </a:solidFill>
          <a:ln w="8890">
            <a:solidFill>
              <a:srgbClr val="BCCD6E"/>
            </a:solidFill>
            <a:prstDash val="solid"/>
          </a:ln>
        </p:spPr>
      </p:sp>
      <p:sp>
        <p:nvSpPr>
          <p:cNvPr id="14" name="text-13"/>
          <p:cNvSpPr/>
          <p:nvPr/>
        </p:nvSpPr>
        <p:spPr>
          <a:xfrm>
            <a:off x="777240" y="5148072"/>
            <a:ext cx="2999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0E0F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[PICK / BAN / DECIDER]</a:t>
            </a:r>
            <a:endParaRPr lang="ja-JP" sz="1200" dirty="0"/>
          </a:p>
        </p:txBody>
      </p:sp>
      <p:sp>
        <p:nvSpPr>
          <p:cNvPr id="15" name="text-14"/>
          <p:cNvSpPr/>
          <p:nvPr/>
        </p:nvSpPr>
        <p:spPr>
          <a:xfrm>
            <a:off x="704088" y="555955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[選択チーム]</a:t>
            </a:r>
            <a:endParaRPr lang="ja-JP" sz="1300" dirty="0"/>
          </a:p>
        </p:txBody>
      </p:sp>
      <p:sp>
        <p:nvSpPr>
          <p:cNvPr id="16" name="panel-15"/>
          <p:cNvSpPr/>
          <p:nvPr/>
        </p:nvSpPr>
        <p:spPr>
          <a:xfrm>
            <a:off x="4315968" y="2423160"/>
            <a:ext cx="3547872" cy="342900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pic>
        <p:nvPicPr>
          <p:cNvPr id="17" name="[マップ画像]" descr="[マップ画像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578608"/>
            <a:ext cx="3255264" cy="1828800"/>
          </a:xfrm>
          <a:prstGeom prst="rect">
            <a:avLst/>
          </a:prstGeom>
        </p:spPr>
      </p:pic>
      <p:sp>
        <p:nvSpPr>
          <p:cNvPr id="18" name="text-17"/>
          <p:cNvSpPr/>
          <p:nvPr/>
        </p:nvSpPr>
        <p:spPr>
          <a:xfrm>
            <a:off x="4535424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[マップ画像]</a:t>
            </a:r>
            <a:endParaRPr lang="ja-JP" sz="1200" dirty="0"/>
          </a:p>
        </p:txBody>
      </p:sp>
      <p:sp>
        <p:nvSpPr>
          <p:cNvPr id="19" name="text-18"/>
          <p:cNvSpPr/>
          <p:nvPr/>
        </p:nvSpPr>
        <p:spPr>
          <a:xfrm>
            <a:off x="4517136" y="4590288"/>
            <a:ext cx="3145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8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[MAP 2]</a:t>
            </a:r>
            <a:endParaRPr lang="ja-JP" sz="2800" dirty="0"/>
          </a:p>
        </p:txBody>
      </p:sp>
      <p:sp>
        <p:nvSpPr>
          <p:cNvPr id="20" name="panel-19"/>
          <p:cNvSpPr/>
          <p:nvPr/>
        </p:nvSpPr>
        <p:spPr>
          <a:xfrm>
            <a:off x="4517136" y="5129784"/>
            <a:ext cx="3145536" cy="329184"/>
          </a:xfrm>
          <a:prstGeom prst="rect">
            <a:avLst/>
          </a:prstGeom>
          <a:solidFill>
            <a:srgbClr val="8587CE"/>
          </a:solidFill>
          <a:ln w="8890">
            <a:solidFill>
              <a:srgbClr val="8587CE"/>
            </a:solidFill>
            <a:prstDash val="solid"/>
          </a:ln>
        </p:spPr>
      </p:sp>
      <p:sp>
        <p:nvSpPr>
          <p:cNvPr id="21" name="text-20"/>
          <p:cNvSpPr/>
          <p:nvPr/>
        </p:nvSpPr>
        <p:spPr>
          <a:xfrm>
            <a:off x="4590288" y="5148072"/>
            <a:ext cx="2999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0E0F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[PICK / BAN / DECIDER]</a:t>
            </a:r>
            <a:endParaRPr lang="ja-JP" sz="1200" dirty="0"/>
          </a:p>
        </p:txBody>
      </p:sp>
      <p:sp>
        <p:nvSpPr>
          <p:cNvPr id="22" name="text-21"/>
          <p:cNvSpPr/>
          <p:nvPr/>
        </p:nvSpPr>
        <p:spPr>
          <a:xfrm>
            <a:off x="4517136" y="555955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[選択チーム]</a:t>
            </a:r>
            <a:endParaRPr lang="ja-JP" sz="1300" dirty="0"/>
          </a:p>
        </p:txBody>
      </p:sp>
      <p:sp>
        <p:nvSpPr>
          <p:cNvPr id="23" name="panel-22"/>
          <p:cNvSpPr/>
          <p:nvPr/>
        </p:nvSpPr>
        <p:spPr>
          <a:xfrm>
            <a:off x="8129016" y="2423160"/>
            <a:ext cx="3547872" cy="342900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pic>
        <p:nvPicPr>
          <p:cNvPr id="24" name="[マップ画像]" descr="[マップ画像]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578608"/>
            <a:ext cx="3255264" cy="1828800"/>
          </a:xfrm>
          <a:prstGeom prst="rect">
            <a:avLst/>
          </a:prstGeom>
        </p:spPr>
      </p:pic>
      <p:sp>
        <p:nvSpPr>
          <p:cNvPr id="25" name="text-24"/>
          <p:cNvSpPr/>
          <p:nvPr/>
        </p:nvSpPr>
        <p:spPr>
          <a:xfrm>
            <a:off x="8348472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[マップ画像]</a:t>
            </a:r>
            <a:endParaRPr lang="ja-JP" sz="1200" dirty="0"/>
          </a:p>
        </p:txBody>
      </p:sp>
      <p:sp>
        <p:nvSpPr>
          <p:cNvPr id="26" name="text-25"/>
          <p:cNvSpPr/>
          <p:nvPr/>
        </p:nvSpPr>
        <p:spPr>
          <a:xfrm>
            <a:off x="8330184" y="4590288"/>
            <a:ext cx="3145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8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[MAP 3]</a:t>
            </a:r>
            <a:endParaRPr lang="ja-JP" sz="2800" dirty="0"/>
          </a:p>
        </p:txBody>
      </p:sp>
      <p:sp>
        <p:nvSpPr>
          <p:cNvPr id="27" name="panel-26"/>
          <p:cNvSpPr/>
          <p:nvPr/>
        </p:nvSpPr>
        <p:spPr>
          <a:xfrm>
            <a:off x="8330184" y="5129784"/>
            <a:ext cx="3145536" cy="329184"/>
          </a:xfrm>
          <a:prstGeom prst="rect">
            <a:avLst/>
          </a:prstGeom>
          <a:solidFill>
            <a:srgbClr val="F2C582"/>
          </a:solidFill>
          <a:ln w="8890">
            <a:solidFill>
              <a:srgbClr val="F2C582"/>
            </a:solidFill>
            <a:prstDash val="solid"/>
          </a:ln>
        </p:spPr>
      </p:sp>
      <p:sp>
        <p:nvSpPr>
          <p:cNvPr id="28" name="text-27"/>
          <p:cNvSpPr/>
          <p:nvPr/>
        </p:nvSpPr>
        <p:spPr>
          <a:xfrm>
            <a:off x="8403336" y="5148072"/>
            <a:ext cx="2999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0E0F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[PICK / BAN / DECIDER]</a:t>
            </a:r>
            <a:endParaRPr lang="ja-JP" sz="1200" dirty="0"/>
          </a:p>
        </p:txBody>
      </p:sp>
      <p:sp>
        <p:nvSpPr>
          <p:cNvPr id="29" name="text-28"/>
          <p:cNvSpPr/>
          <p:nvPr/>
        </p:nvSpPr>
        <p:spPr>
          <a:xfrm>
            <a:off x="8330184" y="555955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[選択チーム]</a:t>
            </a:r>
            <a:endParaRPr lang="ja-JP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07_SCORE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sp>
        <p:nvSpPr>
          <p:cNvPr id="7" name="text-6"/>
          <p:cNvSpPr/>
          <p:nvPr/>
        </p:nvSpPr>
        <p:spPr>
          <a:xfrm>
            <a:off x="502920" y="10241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3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SCOREBOARD</a:t>
            </a:r>
            <a:endParaRPr lang="ja-JP" sz="4300" dirty="0"/>
          </a:p>
        </p:txBody>
      </p:sp>
      <p:sp>
        <p:nvSpPr>
          <p:cNvPr id="8" name="text-7"/>
          <p:cNvSpPr/>
          <p:nvPr/>
        </p:nvSpPr>
        <p:spPr>
          <a:xfrm>
            <a:off x="530352" y="1764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500" dirty="0">
                <a:solidFill>
                  <a:srgbClr val="BCCD6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[試合番号]  /  [試合形式]</a:t>
            </a:r>
            <a:endParaRPr lang="ja-JP" sz="1500" dirty="0"/>
          </a:p>
        </p:txBody>
      </p:sp>
      <p:sp>
        <p:nvSpPr>
          <p:cNvPr id="9" name="panel-8"/>
          <p:cNvSpPr/>
          <p:nvPr/>
        </p:nvSpPr>
        <p:spPr>
          <a:xfrm>
            <a:off x="502920" y="2468880"/>
            <a:ext cx="11183112" cy="329184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pic>
        <p:nvPicPr>
          <p:cNvPr id="10" name="[ロゴA]" descr="[ロゴA]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88920"/>
            <a:ext cx="1600200" cy="1600200"/>
          </a:xfrm>
          <a:prstGeom prst="rect">
            <a:avLst/>
          </a:prstGeom>
        </p:spPr>
      </p:pic>
      <p:sp>
        <p:nvSpPr>
          <p:cNvPr id="11" name="text-10"/>
          <p:cNvSpPr/>
          <p:nvPr/>
        </p:nvSpPr>
        <p:spPr>
          <a:xfrm>
            <a:off x="877824" y="402336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[ロゴA]</a:t>
            </a:r>
            <a:endParaRPr lang="ja-JP" sz="1200" dirty="0"/>
          </a:p>
        </p:txBody>
      </p:sp>
      <p:pic>
        <p:nvPicPr>
          <p:cNvPr id="12" name="[ロゴB]" descr="[ロゴB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36" y="2788920"/>
            <a:ext cx="1600200" cy="1600200"/>
          </a:xfrm>
          <a:prstGeom prst="rect">
            <a:avLst/>
          </a:prstGeom>
        </p:spPr>
      </p:pic>
      <p:sp>
        <p:nvSpPr>
          <p:cNvPr id="13" name="text-12"/>
          <p:cNvSpPr/>
          <p:nvPr/>
        </p:nvSpPr>
        <p:spPr>
          <a:xfrm>
            <a:off x="9848088" y="402336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[ロゴB]</a:t>
            </a:r>
            <a:endParaRPr lang="ja-JP" sz="1200" dirty="0"/>
          </a:p>
        </p:txBody>
      </p:sp>
      <p:sp>
        <p:nvSpPr>
          <p:cNvPr id="14" name="text-13"/>
          <p:cNvSpPr/>
          <p:nvPr/>
        </p:nvSpPr>
        <p:spPr>
          <a:xfrm>
            <a:off x="804672" y="4617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30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[TEAM A]</a:t>
            </a:r>
            <a:endParaRPr lang="ja-JP" sz="3000" dirty="0"/>
          </a:p>
        </p:txBody>
      </p:sp>
      <p:sp>
        <p:nvSpPr>
          <p:cNvPr id="15" name="text-14"/>
          <p:cNvSpPr/>
          <p:nvPr/>
        </p:nvSpPr>
        <p:spPr>
          <a:xfrm>
            <a:off x="8540496" y="4617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3000" dirty="0">
                <a:solidFill>
                  <a:srgbClr val="8587C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[TEAM B]</a:t>
            </a:r>
            <a:endParaRPr lang="ja-JP" sz="3000" dirty="0"/>
          </a:p>
        </p:txBody>
      </p:sp>
      <p:sp>
        <p:nvSpPr>
          <p:cNvPr id="16" name="score-a"/>
          <p:cNvSpPr/>
          <p:nvPr/>
        </p:nvSpPr>
        <p:spPr>
          <a:xfrm>
            <a:off x="3694176" y="2871216"/>
            <a:ext cx="17190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10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</a:t>
            </a:r>
            <a:endParaRPr lang="ja-JP" sz="11000" dirty="0"/>
          </a:p>
        </p:txBody>
      </p:sp>
      <p:sp>
        <p:nvSpPr>
          <p:cNvPr id="17" name="text-16"/>
          <p:cNvSpPr/>
          <p:nvPr/>
        </p:nvSpPr>
        <p:spPr>
          <a:xfrm>
            <a:off x="5513832" y="3145536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55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—</a:t>
            </a:r>
            <a:endParaRPr lang="ja-JP" sz="5500" dirty="0"/>
          </a:p>
        </p:txBody>
      </p:sp>
      <p:sp>
        <p:nvSpPr>
          <p:cNvPr id="18" name="score-b"/>
          <p:cNvSpPr/>
          <p:nvPr/>
        </p:nvSpPr>
        <p:spPr>
          <a:xfrm>
            <a:off x="6757416" y="2871216"/>
            <a:ext cx="17190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1000" dirty="0">
                <a:solidFill>
                  <a:srgbClr val="8587C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</a:t>
            </a:r>
            <a:endParaRPr lang="ja-JP" sz="11000" dirty="0"/>
          </a:p>
        </p:txBody>
      </p:sp>
      <p:sp>
        <p:nvSpPr>
          <p:cNvPr id="19" name="text-18"/>
          <p:cNvSpPr/>
          <p:nvPr/>
        </p:nvSpPr>
        <p:spPr>
          <a:xfrm>
            <a:off x="3291840" y="5175504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7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[現在のマップ・ラウンド・進行状況]</a:t>
            </a:r>
            <a:endParaRPr lang="ja-JP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08_MATCH_RESULT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sp>
        <p:nvSpPr>
          <p:cNvPr id="7" name="text-6"/>
          <p:cNvSpPr/>
          <p:nvPr/>
        </p:nvSpPr>
        <p:spPr>
          <a:xfrm>
            <a:off x="502920" y="10241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3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MATCH RESULT</a:t>
            </a:r>
            <a:endParaRPr lang="ja-JP" sz="4300" dirty="0"/>
          </a:p>
        </p:txBody>
      </p:sp>
      <p:sp>
        <p:nvSpPr>
          <p:cNvPr id="8" name="text-7"/>
          <p:cNvSpPr/>
          <p:nvPr/>
        </p:nvSpPr>
        <p:spPr>
          <a:xfrm>
            <a:off x="530352" y="1764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500" dirty="0">
                <a:solidFill>
                  <a:srgbClr val="BCCD6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[試合番号]</a:t>
            </a:r>
            <a:endParaRPr lang="ja-JP" sz="1500" dirty="0"/>
          </a:p>
        </p:txBody>
      </p:sp>
      <p:pic>
        <p:nvPicPr>
          <p:cNvPr id="9" name="[勝利チームのロゴ]" descr="[勝利チームのロゴ]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06040"/>
            <a:ext cx="2697480" cy="2697480"/>
          </a:xfrm>
          <a:prstGeom prst="rect">
            <a:avLst/>
          </a:prstGeom>
        </p:spPr>
      </p:pic>
      <p:sp>
        <p:nvSpPr>
          <p:cNvPr id="10" name="text-9"/>
          <p:cNvSpPr/>
          <p:nvPr/>
        </p:nvSpPr>
        <p:spPr>
          <a:xfrm>
            <a:off x="758952" y="493776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[勝利チームのロゴ]</a:t>
            </a:r>
            <a:endParaRPr lang="ja-JP" sz="1200" dirty="0"/>
          </a:p>
        </p:txBody>
      </p:sp>
      <p:sp>
        <p:nvSpPr>
          <p:cNvPr id="11" name="panel-10"/>
          <p:cNvSpPr/>
          <p:nvPr/>
        </p:nvSpPr>
        <p:spPr>
          <a:xfrm>
            <a:off x="3931920" y="2468880"/>
            <a:ext cx="1691640" cy="329184"/>
          </a:xfrm>
          <a:prstGeom prst="rect">
            <a:avLst/>
          </a:prstGeom>
          <a:solidFill>
            <a:srgbClr val="F2C582"/>
          </a:solidFill>
          <a:ln w="8890">
            <a:solidFill>
              <a:srgbClr val="F2C582"/>
            </a:solidFill>
            <a:prstDash val="solid"/>
          </a:ln>
        </p:spPr>
      </p:sp>
      <p:sp>
        <p:nvSpPr>
          <p:cNvPr id="12" name="text-11"/>
          <p:cNvSpPr/>
          <p:nvPr/>
        </p:nvSpPr>
        <p:spPr>
          <a:xfrm>
            <a:off x="4005072" y="2487168"/>
            <a:ext cx="1545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0E0F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WINNER</a:t>
            </a:r>
            <a:endParaRPr lang="ja-JP" sz="1200" dirty="0"/>
          </a:p>
        </p:txBody>
      </p:sp>
      <p:sp>
        <p:nvSpPr>
          <p:cNvPr id="13" name="text-12"/>
          <p:cNvSpPr/>
          <p:nvPr/>
        </p:nvSpPr>
        <p:spPr>
          <a:xfrm>
            <a:off x="3931920" y="3054096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800" dirty="0">
                <a:solidFill>
                  <a:srgbClr val="F2C58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[WINNING TEAM]</a:t>
            </a:r>
            <a:endParaRPr lang="ja-JP" sz="4800" dirty="0"/>
          </a:p>
        </p:txBody>
      </p:sp>
      <p:sp>
        <p:nvSpPr>
          <p:cNvPr id="14" name="text-13"/>
          <p:cNvSpPr/>
          <p:nvPr/>
        </p:nvSpPr>
        <p:spPr>
          <a:xfrm>
            <a:off x="3931920" y="4005072"/>
            <a:ext cx="3657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55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[2] — [1]</a:t>
            </a:r>
            <a:endParaRPr lang="ja-JP" sz="5500" dirty="0"/>
          </a:p>
        </p:txBody>
      </p:sp>
      <p:sp>
        <p:nvSpPr>
          <p:cNvPr id="15" name="text-14"/>
          <p:cNvSpPr/>
          <p:nvPr/>
        </p:nvSpPr>
        <p:spPr>
          <a:xfrm>
            <a:off x="7863840" y="433425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1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vs [対戦チーム]</a:t>
            </a:r>
            <a:endParaRPr lang="ja-JP" sz="2100" dirty="0"/>
          </a:p>
        </p:txBody>
      </p:sp>
      <p:sp>
        <p:nvSpPr>
          <p:cNvPr id="16" name="connector-15"/>
          <p:cNvSpPr/>
          <p:nvPr/>
        </p:nvSpPr>
        <p:spPr>
          <a:xfrm>
            <a:off x="3931920" y="5138928"/>
            <a:ext cx="7754112" cy="0"/>
          </a:xfrm>
          <a:prstGeom prst="line">
            <a:avLst/>
          </a:prstGeom>
          <a:noFill/>
          <a:ln w="17780">
            <a:solidFill>
              <a:srgbClr val="F2C582"/>
            </a:solidFill>
            <a:prstDash val="solid"/>
          </a:ln>
        </p:spPr>
      </p:sp>
      <p:sp>
        <p:nvSpPr>
          <p:cNvPr id="17" name="text-16"/>
          <p:cNvSpPr/>
          <p:nvPr/>
        </p:nvSpPr>
        <p:spPr>
          <a:xfrm>
            <a:off x="3931920" y="5458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MVP：[選手名]  /  [勝利チームへのメッセージ]</a:t>
            </a:r>
            <a:endParaRPr lang="ja-JP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09_BRACKET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sp>
        <p:nvSpPr>
          <p:cNvPr id="7" name="text-6"/>
          <p:cNvSpPr/>
          <p:nvPr/>
        </p:nvSpPr>
        <p:spPr>
          <a:xfrm>
            <a:off x="502920" y="10241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3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TOURNAMENT BRACKET</a:t>
            </a:r>
            <a:endParaRPr lang="ja-JP" sz="4300" dirty="0"/>
          </a:p>
        </p:txBody>
      </p:sp>
      <p:sp>
        <p:nvSpPr>
          <p:cNvPr id="8" name="text-7"/>
          <p:cNvSpPr/>
          <p:nvPr/>
        </p:nvSpPr>
        <p:spPr>
          <a:xfrm>
            <a:off x="530352" y="1764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500" dirty="0">
                <a:solidFill>
                  <a:srgbClr val="BCCD6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4チーム・シングルエリミネーション記入用</a:t>
            </a:r>
            <a:endParaRPr lang="ja-JP" sz="1500" dirty="0"/>
          </a:p>
        </p:txBody>
      </p:sp>
      <p:sp>
        <p:nvSpPr>
          <p:cNvPr id="9" name="text-8"/>
          <p:cNvSpPr/>
          <p:nvPr/>
        </p:nvSpPr>
        <p:spPr>
          <a:xfrm>
            <a:off x="594360" y="2340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SEMI FINALS</a:t>
            </a:r>
            <a:endParaRPr lang="ja-JP" sz="1700" dirty="0"/>
          </a:p>
        </p:txBody>
      </p:sp>
      <p:sp>
        <p:nvSpPr>
          <p:cNvPr id="10" name="text-9"/>
          <p:cNvSpPr/>
          <p:nvPr/>
        </p:nvSpPr>
        <p:spPr>
          <a:xfrm>
            <a:off x="4846320" y="23408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FINAL</a:t>
            </a:r>
            <a:endParaRPr lang="ja-JP" sz="1700" dirty="0"/>
          </a:p>
        </p:txBody>
      </p:sp>
      <p:sp>
        <p:nvSpPr>
          <p:cNvPr id="11" name="text-10"/>
          <p:cNvSpPr/>
          <p:nvPr/>
        </p:nvSpPr>
        <p:spPr>
          <a:xfrm>
            <a:off x="9144000" y="2340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F2C58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CHAMPION</a:t>
            </a:r>
            <a:endParaRPr lang="ja-JP" sz="1700" dirty="0"/>
          </a:p>
        </p:txBody>
      </p:sp>
      <p:sp>
        <p:nvSpPr>
          <p:cNvPr id="12" name="connector-11"/>
          <p:cNvSpPr/>
          <p:nvPr/>
        </p:nvSpPr>
        <p:spPr>
          <a:xfrm>
            <a:off x="3977640" y="3374136"/>
            <a:ext cx="384048" cy="0"/>
          </a:xfrm>
          <a:prstGeom prst="line">
            <a:avLst/>
          </a:prstGeom>
          <a:noFill/>
          <a:ln w="17780">
            <a:solidFill>
              <a:srgbClr val="BCCD6E"/>
            </a:solidFill>
            <a:prstDash val="solid"/>
          </a:ln>
        </p:spPr>
      </p:sp>
      <p:sp>
        <p:nvSpPr>
          <p:cNvPr id="13" name="connector-12"/>
          <p:cNvSpPr/>
          <p:nvPr/>
        </p:nvSpPr>
        <p:spPr>
          <a:xfrm>
            <a:off x="3977640" y="5020056"/>
            <a:ext cx="384048" cy="0"/>
          </a:xfrm>
          <a:prstGeom prst="line">
            <a:avLst/>
          </a:prstGeom>
          <a:noFill/>
          <a:ln w="17780">
            <a:solidFill>
              <a:srgbClr val="BCCD6E"/>
            </a:solidFill>
            <a:prstDash val="solid"/>
          </a:ln>
        </p:spPr>
      </p:sp>
      <p:sp>
        <p:nvSpPr>
          <p:cNvPr id="14" name="connector-13"/>
          <p:cNvSpPr/>
          <p:nvPr/>
        </p:nvSpPr>
        <p:spPr>
          <a:xfrm>
            <a:off x="4361688" y="3374136"/>
            <a:ext cx="0" cy="1645920"/>
          </a:xfrm>
          <a:prstGeom prst="line">
            <a:avLst/>
          </a:prstGeom>
          <a:noFill/>
          <a:ln w="17780">
            <a:solidFill>
              <a:srgbClr val="BCCD6E"/>
            </a:solidFill>
            <a:prstDash val="solid"/>
          </a:ln>
        </p:spPr>
      </p:sp>
      <p:sp>
        <p:nvSpPr>
          <p:cNvPr id="15" name="connector-14"/>
          <p:cNvSpPr/>
          <p:nvPr/>
        </p:nvSpPr>
        <p:spPr>
          <a:xfrm>
            <a:off x="4361688" y="4197096"/>
            <a:ext cx="438912" cy="0"/>
          </a:xfrm>
          <a:prstGeom prst="line">
            <a:avLst/>
          </a:prstGeom>
          <a:noFill/>
          <a:ln w="17780">
            <a:solidFill>
              <a:srgbClr val="BCCD6E"/>
            </a:solidFill>
            <a:prstDash val="solid"/>
          </a:ln>
        </p:spPr>
      </p:sp>
      <p:sp>
        <p:nvSpPr>
          <p:cNvPr id="16" name="connector-15"/>
          <p:cNvSpPr/>
          <p:nvPr/>
        </p:nvSpPr>
        <p:spPr>
          <a:xfrm>
            <a:off x="8202168" y="4197096"/>
            <a:ext cx="621792" cy="0"/>
          </a:xfrm>
          <a:prstGeom prst="line">
            <a:avLst/>
          </a:prstGeom>
          <a:noFill/>
          <a:ln w="17780">
            <a:solidFill>
              <a:srgbClr val="F2C582"/>
            </a:solidFill>
            <a:prstDash val="solid"/>
          </a:ln>
        </p:spPr>
      </p:sp>
      <p:sp>
        <p:nvSpPr>
          <p:cNvPr id="17" name="panel-16"/>
          <p:cNvSpPr/>
          <p:nvPr/>
        </p:nvSpPr>
        <p:spPr>
          <a:xfrm>
            <a:off x="576072" y="2843784"/>
            <a:ext cx="3401568" cy="1060704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sp>
        <p:nvSpPr>
          <p:cNvPr id="18" name="connector-17"/>
          <p:cNvSpPr/>
          <p:nvPr/>
        </p:nvSpPr>
        <p:spPr>
          <a:xfrm>
            <a:off x="722376" y="3374136"/>
            <a:ext cx="3108960" cy="0"/>
          </a:xfrm>
          <a:prstGeom prst="line">
            <a:avLst/>
          </a:prstGeom>
          <a:noFill/>
          <a:ln w="17780">
            <a:solidFill>
              <a:srgbClr val="8E9D49"/>
            </a:solidFill>
            <a:prstDash val="solid"/>
          </a:ln>
        </p:spPr>
      </p:sp>
      <p:sp>
        <p:nvSpPr>
          <p:cNvPr id="19" name="text-18"/>
          <p:cNvSpPr/>
          <p:nvPr/>
        </p:nvSpPr>
        <p:spPr>
          <a:xfrm>
            <a:off x="722376" y="29535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[TEAM A]</a:t>
            </a:r>
            <a:endParaRPr lang="ja-JP" sz="1900" dirty="0"/>
          </a:p>
        </p:txBody>
      </p:sp>
      <p:sp>
        <p:nvSpPr>
          <p:cNvPr id="20" name="text-19"/>
          <p:cNvSpPr/>
          <p:nvPr/>
        </p:nvSpPr>
        <p:spPr>
          <a:xfrm>
            <a:off x="722376" y="34838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[TEAM B]</a:t>
            </a:r>
            <a:endParaRPr lang="ja-JP" sz="1900" dirty="0"/>
          </a:p>
        </p:txBody>
      </p:sp>
      <p:sp>
        <p:nvSpPr>
          <p:cNvPr id="21" name="text-20"/>
          <p:cNvSpPr/>
          <p:nvPr/>
        </p:nvSpPr>
        <p:spPr>
          <a:xfrm>
            <a:off x="3319272" y="2953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9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[0]</a:t>
            </a:r>
            <a:endParaRPr lang="ja-JP" sz="1900" dirty="0"/>
          </a:p>
        </p:txBody>
      </p:sp>
      <p:sp>
        <p:nvSpPr>
          <p:cNvPr id="22" name="text-21"/>
          <p:cNvSpPr/>
          <p:nvPr/>
        </p:nvSpPr>
        <p:spPr>
          <a:xfrm>
            <a:off x="3319272" y="3483864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9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[0]</a:t>
            </a:r>
            <a:endParaRPr lang="ja-JP" sz="1900" dirty="0"/>
          </a:p>
        </p:txBody>
      </p:sp>
      <p:sp>
        <p:nvSpPr>
          <p:cNvPr id="23" name="panel-22"/>
          <p:cNvSpPr/>
          <p:nvPr/>
        </p:nvSpPr>
        <p:spPr>
          <a:xfrm>
            <a:off x="576072" y="4489704"/>
            <a:ext cx="3401568" cy="1060704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sp>
        <p:nvSpPr>
          <p:cNvPr id="24" name="connector-23"/>
          <p:cNvSpPr/>
          <p:nvPr/>
        </p:nvSpPr>
        <p:spPr>
          <a:xfrm>
            <a:off x="722376" y="5020056"/>
            <a:ext cx="3108960" cy="0"/>
          </a:xfrm>
          <a:prstGeom prst="line">
            <a:avLst/>
          </a:prstGeom>
          <a:noFill/>
          <a:ln w="17780">
            <a:solidFill>
              <a:srgbClr val="8E9D49"/>
            </a:solidFill>
            <a:prstDash val="solid"/>
          </a:ln>
        </p:spPr>
      </p:sp>
      <p:sp>
        <p:nvSpPr>
          <p:cNvPr id="25" name="text-24"/>
          <p:cNvSpPr/>
          <p:nvPr/>
        </p:nvSpPr>
        <p:spPr>
          <a:xfrm>
            <a:off x="722376" y="4599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[TEAM C]</a:t>
            </a:r>
            <a:endParaRPr lang="ja-JP" sz="1900" dirty="0"/>
          </a:p>
        </p:txBody>
      </p:sp>
      <p:sp>
        <p:nvSpPr>
          <p:cNvPr id="26" name="text-25"/>
          <p:cNvSpPr/>
          <p:nvPr/>
        </p:nvSpPr>
        <p:spPr>
          <a:xfrm>
            <a:off x="722376" y="51297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[TEAM D]</a:t>
            </a:r>
            <a:endParaRPr lang="ja-JP" sz="1900" dirty="0"/>
          </a:p>
        </p:txBody>
      </p:sp>
      <p:sp>
        <p:nvSpPr>
          <p:cNvPr id="27" name="text-26"/>
          <p:cNvSpPr/>
          <p:nvPr/>
        </p:nvSpPr>
        <p:spPr>
          <a:xfrm>
            <a:off x="3319272" y="459943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9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[0]</a:t>
            </a:r>
            <a:endParaRPr lang="ja-JP" sz="1900" dirty="0"/>
          </a:p>
        </p:txBody>
      </p:sp>
      <p:sp>
        <p:nvSpPr>
          <p:cNvPr id="28" name="text-27"/>
          <p:cNvSpPr/>
          <p:nvPr/>
        </p:nvSpPr>
        <p:spPr>
          <a:xfrm>
            <a:off x="3319272" y="5129784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9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[0]</a:t>
            </a:r>
            <a:endParaRPr lang="ja-JP" sz="1900" dirty="0"/>
          </a:p>
        </p:txBody>
      </p:sp>
      <p:sp>
        <p:nvSpPr>
          <p:cNvPr id="29" name="panel-28"/>
          <p:cNvSpPr/>
          <p:nvPr/>
        </p:nvSpPr>
        <p:spPr>
          <a:xfrm>
            <a:off x="4800600" y="3666744"/>
            <a:ext cx="3401568" cy="1060704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sp>
        <p:nvSpPr>
          <p:cNvPr id="30" name="connector-29"/>
          <p:cNvSpPr/>
          <p:nvPr/>
        </p:nvSpPr>
        <p:spPr>
          <a:xfrm>
            <a:off x="4946904" y="4197096"/>
            <a:ext cx="3108960" cy="0"/>
          </a:xfrm>
          <a:prstGeom prst="line">
            <a:avLst/>
          </a:prstGeom>
          <a:noFill/>
          <a:ln w="17780">
            <a:solidFill>
              <a:srgbClr val="8E9D49"/>
            </a:solidFill>
            <a:prstDash val="solid"/>
          </a:ln>
        </p:spPr>
      </p:sp>
      <p:sp>
        <p:nvSpPr>
          <p:cNvPr id="31" name="text-30"/>
          <p:cNvSpPr/>
          <p:nvPr/>
        </p:nvSpPr>
        <p:spPr>
          <a:xfrm>
            <a:off x="4946904" y="3776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[SEMI FINAL 1 WINNER]</a:t>
            </a:r>
            <a:endParaRPr lang="ja-JP" sz="1900" dirty="0"/>
          </a:p>
        </p:txBody>
      </p:sp>
      <p:sp>
        <p:nvSpPr>
          <p:cNvPr id="32" name="text-31"/>
          <p:cNvSpPr/>
          <p:nvPr/>
        </p:nvSpPr>
        <p:spPr>
          <a:xfrm>
            <a:off x="4946904" y="43068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[SEMI FINAL 2 WINNER]</a:t>
            </a:r>
            <a:endParaRPr lang="ja-JP" sz="1900" dirty="0"/>
          </a:p>
        </p:txBody>
      </p:sp>
      <p:sp>
        <p:nvSpPr>
          <p:cNvPr id="33" name="text-32"/>
          <p:cNvSpPr/>
          <p:nvPr/>
        </p:nvSpPr>
        <p:spPr>
          <a:xfrm>
            <a:off x="7543800" y="377647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9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[0]</a:t>
            </a:r>
            <a:endParaRPr lang="ja-JP" sz="1900" dirty="0"/>
          </a:p>
        </p:txBody>
      </p:sp>
      <p:sp>
        <p:nvSpPr>
          <p:cNvPr id="34" name="text-33"/>
          <p:cNvSpPr/>
          <p:nvPr/>
        </p:nvSpPr>
        <p:spPr>
          <a:xfrm>
            <a:off x="7543800" y="4306824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9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[0]</a:t>
            </a:r>
            <a:endParaRPr lang="ja-JP" sz="1900" dirty="0"/>
          </a:p>
        </p:txBody>
      </p:sp>
      <p:sp>
        <p:nvSpPr>
          <p:cNvPr id="35" name="panel-34"/>
          <p:cNvSpPr/>
          <p:nvPr/>
        </p:nvSpPr>
        <p:spPr>
          <a:xfrm>
            <a:off x="8823960" y="3666744"/>
            <a:ext cx="2852928" cy="1060704"/>
          </a:xfrm>
          <a:prstGeom prst="rect">
            <a:avLst/>
          </a:prstGeom>
          <a:solidFill>
            <a:srgbClr val="1D2118"/>
          </a:solidFill>
          <a:ln w="8890">
            <a:solidFill>
              <a:srgbClr val="F2C582"/>
            </a:solidFill>
            <a:prstDash val="solid"/>
          </a:ln>
        </p:spPr>
      </p:sp>
      <p:sp>
        <p:nvSpPr>
          <p:cNvPr id="36" name="text-35"/>
          <p:cNvSpPr/>
          <p:nvPr/>
        </p:nvSpPr>
        <p:spPr>
          <a:xfrm>
            <a:off x="8988552" y="397764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2300" dirty="0">
                <a:solidFill>
                  <a:srgbClr val="F2C58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[WINNING TEAM]</a:t>
            </a:r>
            <a:endParaRPr lang="ja-JP" sz="2300" dirty="0"/>
          </a:p>
        </p:txBody>
      </p:sp>
      <p:sp>
        <p:nvSpPr>
          <p:cNvPr id="37" name="text-36"/>
          <p:cNvSpPr/>
          <p:nvPr/>
        </p:nvSpPr>
        <p:spPr>
          <a:xfrm>
            <a:off x="594360" y="584301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※ 組み合わせ・スコア・勝ち上がりは手動で編集します。</a:t>
            </a:r>
            <a:endParaRPr lang="ja-JP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10_BREAK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pic>
        <p:nvPicPr>
          <p:cNvPr id="7" name="key-visual-replaceable" descr="key-visual-replace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194560"/>
            <a:ext cx="6245352" cy="3514954"/>
          </a:xfrm>
          <a:prstGeom prst="rect">
            <a:avLst/>
          </a:prstGeom>
        </p:spPr>
      </p:pic>
      <p:sp>
        <p:nvSpPr>
          <p:cNvPr id="8" name="connector-7"/>
          <p:cNvSpPr/>
          <p:nvPr/>
        </p:nvSpPr>
        <p:spPr>
          <a:xfrm>
            <a:off x="5440680" y="5852160"/>
            <a:ext cx="6245352" cy="0"/>
          </a:xfrm>
          <a:prstGeom prst="line">
            <a:avLst/>
          </a:prstGeom>
          <a:noFill/>
          <a:ln w="17780">
            <a:solidFill>
              <a:srgbClr val="BCCD6E"/>
            </a:solidFill>
            <a:prstDash val="solid"/>
          </a:ln>
        </p:spPr>
      </p:sp>
      <p:sp>
        <p:nvSpPr>
          <p:cNvPr id="9" name="panel-8"/>
          <p:cNvSpPr/>
          <p:nvPr/>
        </p:nvSpPr>
        <p:spPr>
          <a:xfrm>
            <a:off x="502920" y="1234440"/>
            <a:ext cx="1874520" cy="329184"/>
          </a:xfrm>
          <a:prstGeom prst="rect">
            <a:avLst/>
          </a:prstGeom>
          <a:solidFill>
            <a:srgbClr val="BCCD6E"/>
          </a:solidFill>
          <a:ln w="8890">
            <a:solidFill>
              <a:srgbClr val="BCCD6E"/>
            </a:solidFill>
            <a:prstDash val="solid"/>
          </a:ln>
        </p:spPr>
      </p:sp>
      <p:sp>
        <p:nvSpPr>
          <p:cNvPr id="10" name="text-9"/>
          <p:cNvSpPr/>
          <p:nvPr/>
        </p:nvSpPr>
        <p:spPr>
          <a:xfrm>
            <a:off x="576072" y="1252728"/>
            <a:ext cx="1728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0E0F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INTERMISSION</a:t>
            </a:r>
            <a:endParaRPr lang="ja-JP" sz="1200" dirty="0"/>
          </a:p>
        </p:txBody>
      </p:sp>
      <p:sp>
        <p:nvSpPr>
          <p:cNvPr id="11" name="text-10"/>
          <p:cNvSpPr/>
          <p:nvPr/>
        </p:nvSpPr>
        <p:spPr>
          <a:xfrm>
            <a:off x="502920" y="182880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58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TAKE</a:t>
            </a:r>
            <a:endParaRPr lang="ja-JP" sz="5800" dirty="0"/>
          </a:p>
          <a:p>
            <a:pPr algn="l" indent="0" marL="0">
              <a:buNone/>
            </a:pPr>
            <a:r>
              <a:rPr lang="ja-JP" altLang="en-US" sz="58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BREAK.</a:t>
            </a:r>
            <a:endParaRPr lang="ja-JP" sz="5800" dirty="0"/>
          </a:p>
        </p:txBody>
      </p:sp>
      <p:sp>
        <p:nvSpPr>
          <p:cNvPr id="12" name="text-11"/>
          <p:cNvSpPr/>
          <p:nvPr/>
        </p:nvSpPr>
        <p:spPr>
          <a:xfrm>
            <a:off x="530352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5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ただいま休憩中</a:t>
            </a:r>
            <a:endParaRPr lang="ja-JP" sz="2500" dirty="0"/>
          </a:p>
        </p:txBody>
      </p:sp>
      <p:sp>
        <p:nvSpPr>
          <p:cNvPr id="13" name="text-12"/>
          <p:cNvSpPr/>
          <p:nvPr/>
        </p:nvSpPr>
        <p:spPr>
          <a:xfrm>
            <a:off x="530352" y="4297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8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[20:30] JST</a:t>
            </a:r>
            <a:endParaRPr lang="ja-JP" sz="4800" dirty="0"/>
          </a:p>
        </p:txBody>
      </p:sp>
      <p:sp>
        <p:nvSpPr>
          <p:cNvPr id="14" name="text-13"/>
          <p:cNvSpPr/>
          <p:nvPr/>
        </p:nvSpPr>
        <p:spPr>
          <a:xfrm>
            <a:off x="530352" y="5330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再開予定  /  [次の試合]</a:t>
            </a:r>
            <a:endParaRPr lang="ja-JP" sz="1700" dirty="0"/>
          </a:p>
        </p:txBody>
      </p:sp>
      <p:sp>
        <p:nvSpPr>
          <p:cNvPr id="15" name="text-14"/>
          <p:cNvSpPr/>
          <p:nvPr/>
        </p:nvSpPr>
        <p:spPr>
          <a:xfrm>
            <a:off x="5532120" y="13990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3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WE WILL BE RIGHT BACK.</a:t>
            </a:r>
            <a:endParaRPr lang="ja-JP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11_NEXT_MATCH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sp>
        <p:nvSpPr>
          <p:cNvPr id="7" name="text-6"/>
          <p:cNvSpPr/>
          <p:nvPr/>
        </p:nvSpPr>
        <p:spPr>
          <a:xfrm>
            <a:off x="502920" y="10241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4300" dirty="0">
                <a:solidFill>
                  <a:srgbClr val="F7F4E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NEXT MATCH</a:t>
            </a:r>
            <a:endParaRPr lang="ja-JP" sz="4300" dirty="0"/>
          </a:p>
        </p:txBody>
      </p:sp>
      <p:sp>
        <p:nvSpPr>
          <p:cNvPr id="8" name="text-7"/>
          <p:cNvSpPr/>
          <p:nvPr/>
        </p:nvSpPr>
        <p:spPr>
          <a:xfrm>
            <a:off x="530352" y="17647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500" dirty="0">
                <a:solidFill>
                  <a:srgbClr val="BCCD6E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[部門名]  /  [試合番号]  /  [試合形式]</a:t>
            </a:r>
            <a:endParaRPr lang="ja-JP" sz="1500" dirty="0"/>
          </a:p>
        </p:txBody>
      </p:sp>
      <p:sp>
        <p:nvSpPr>
          <p:cNvPr id="9" name="panel-8"/>
          <p:cNvSpPr/>
          <p:nvPr/>
        </p:nvSpPr>
        <p:spPr>
          <a:xfrm>
            <a:off x="502920" y="2468880"/>
            <a:ext cx="4480560" cy="338328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sp>
        <p:nvSpPr>
          <p:cNvPr id="10" name="panel-9"/>
          <p:cNvSpPr/>
          <p:nvPr/>
        </p:nvSpPr>
        <p:spPr>
          <a:xfrm>
            <a:off x="502920" y="2468880"/>
            <a:ext cx="41148" cy="3383280"/>
          </a:xfrm>
          <a:prstGeom prst="rect">
            <a:avLst/>
          </a:prstGeom>
          <a:solidFill>
            <a:srgbClr val="BCCD6E"/>
          </a:solidFill>
          <a:ln w="8890">
            <a:solidFill>
              <a:srgbClr val="BCCD6E"/>
            </a:solidFill>
            <a:prstDash val="solid"/>
          </a:ln>
        </p:spPr>
      </p:sp>
      <p:pic>
        <p:nvPicPr>
          <p:cNvPr id="11" name="[ロゴ]" descr="[ロゴ]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1325880" cy="1325880"/>
          </a:xfrm>
          <a:prstGeom prst="rect">
            <a:avLst/>
          </a:prstGeom>
        </p:spPr>
      </p:pic>
      <p:sp>
        <p:nvSpPr>
          <p:cNvPr id="12" name="text-11"/>
          <p:cNvSpPr/>
          <p:nvPr/>
        </p:nvSpPr>
        <p:spPr>
          <a:xfrm>
            <a:off x="850392" y="370332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[ロゴ]</a:t>
            </a:r>
            <a:endParaRPr lang="ja-JP" sz="1200" dirty="0"/>
          </a:p>
        </p:txBody>
      </p:sp>
      <p:sp>
        <p:nvSpPr>
          <p:cNvPr id="13" name="text-12"/>
          <p:cNvSpPr/>
          <p:nvPr/>
        </p:nvSpPr>
        <p:spPr>
          <a:xfrm>
            <a:off x="2304288" y="2926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3200" dirty="0">
                <a:solidFill>
                  <a:srgbClr val="BCCD6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[TEAM A]</a:t>
            </a:r>
            <a:endParaRPr lang="ja-JP" sz="3200" dirty="0"/>
          </a:p>
        </p:txBody>
      </p:sp>
      <p:sp>
        <p:nvSpPr>
          <p:cNvPr id="14" name="text-13"/>
          <p:cNvSpPr/>
          <p:nvPr/>
        </p:nvSpPr>
        <p:spPr>
          <a:xfrm>
            <a:off x="2304288" y="362102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8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[チーム名]</a:t>
            </a:r>
            <a:endParaRPr lang="ja-JP" sz="1800" dirty="0"/>
          </a:p>
        </p:txBody>
      </p:sp>
      <p:sp>
        <p:nvSpPr>
          <p:cNvPr id="15" name="panel-14"/>
          <p:cNvSpPr/>
          <p:nvPr/>
        </p:nvSpPr>
        <p:spPr>
          <a:xfrm>
            <a:off x="7205472" y="2468880"/>
            <a:ext cx="4480560" cy="3383280"/>
          </a:xfrm>
          <a:prstGeom prst="rect">
            <a:avLst/>
          </a:prstGeom>
          <a:solidFill>
            <a:srgbClr val="1D2118"/>
          </a:solidFill>
          <a:ln w="8890">
            <a:solidFill>
              <a:srgbClr val="1D2118"/>
            </a:solidFill>
            <a:prstDash val="solid"/>
          </a:ln>
        </p:spPr>
      </p:sp>
      <p:sp>
        <p:nvSpPr>
          <p:cNvPr id="16" name="panel-15"/>
          <p:cNvSpPr/>
          <p:nvPr/>
        </p:nvSpPr>
        <p:spPr>
          <a:xfrm>
            <a:off x="7205472" y="2468880"/>
            <a:ext cx="41148" cy="3383280"/>
          </a:xfrm>
          <a:prstGeom prst="rect">
            <a:avLst/>
          </a:prstGeom>
          <a:solidFill>
            <a:srgbClr val="8587CE"/>
          </a:solidFill>
          <a:ln w="8890">
            <a:solidFill>
              <a:srgbClr val="8587CE"/>
            </a:solidFill>
            <a:prstDash val="solid"/>
          </a:ln>
        </p:spPr>
      </p:sp>
      <p:pic>
        <p:nvPicPr>
          <p:cNvPr id="17" name="[ロゴ]" descr="[ロゴ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743200"/>
            <a:ext cx="1325880" cy="1325880"/>
          </a:xfrm>
          <a:prstGeom prst="rect">
            <a:avLst/>
          </a:prstGeom>
        </p:spPr>
      </p:pic>
      <p:sp>
        <p:nvSpPr>
          <p:cNvPr id="18" name="text-17"/>
          <p:cNvSpPr/>
          <p:nvPr/>
        </p:nvSpPr>
        <p:spPr>
          <a:xfrm>
            <a:off x="7552944" y="370332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[ロゴ]</a:t>
            </a:r>
            <a:endParaRPr lang="ja-JP" sz="1200" dirty="0"/>
          </a:p>
        </p:txBody>
      </p:sp>
      <p:sp>
        <p:nvSpPr>
          <p:cNvPr id="19" name="text-18"/>
          <p:cNvSpPr/>
          <p:nvPr/>
        </p:nvSpPr>
        <p:spPr>
          <a:xfrm>
            <a:off x="9006840" y="2926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3200" dirty="0">
                <a:solidFill>
                  <a:srgbClr val="8587C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[TEAM B]</a:t>
            </a:r>
            <a:endParaRPr lang="ja-JP" sz="3200" dirty="0"/>
          </a:p>
        </p:txBody>
      </p:sp>
      <p:sp>
        <p:nvSpPr>
          <p:cNvPr id="20" name="text-19"/>
          <p:cNvSpPr/>
          <p:nvPr/>
        </p:nvSpPr>
        <p:spPr>
          <a:xfrm>
            <a:off x="9006840" y="362102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8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[チーム名]</a:t>
            </a:r>
            <a:endParaRPr lang="ja-JP" sz="1800" dirty="0"/>
          </a:p>
        </p:txBody>
      </p:sp>
      <p:sp>
        <p:nvSpPr>
          <p:cNvPr id="21" name="text-20"/>
          <p:cNvSpPr/>
          <p:nvPr/>
        </p:nvSpPr>
        <p:spPr>
          <a:xfrm>
            <a:off x="5074920" y="34747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7200" dirty="0">
                <a:solidFill>
                  <a:srgbClr val="F2C58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VS</a:t>
            </a:r>
            <a:endParaRPr lang="ja-JP" sz="7200" dirty="0"/>
          </a:p>
        </p:txBody>
      </p:sp>
      <p:sp>
        <p:nvSpPr>
          <p:cNvPr id="22" name="panel-21"/>
          <p:cNvSpPr/>
          <p:nvPr/>
        </p:nvSpPr>
        <p:spPr>
          <a:xfrm>
            <a:off x="2651760" y="4663440"/>
            <a:ext cx="6858000" cy="329184"/>
          </a:xfrm>
          <a:prstGeom prst="rect">
            <a:avLst/>
          </a:prstGeom>
          <a:solidFill>
            <a:srgbClr val="F2C582"/>
          </a:solidFill>
          <a:ln w="8890">
            <a:solidFill>
              <a:srgbClr val="F2C582"/>
            </a:solidFill>
            <a:prstDash val="solid"/>
          </a:ln>
        </p:spPr>
      </p:sp>
      <p:sp>
        <p:nvSpPr>
          <p:cNvPr id="23" name="text-22"/>
          <p:cNvSpPr/>
          <p:nvPr/>
        </p:nvSpPr>
        <p:spPr>
          <a:xfrm>
            <a:off x="2724912" y="4681728"/>
            <a:ext cx="6711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0E0F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START AT [20:00] JST</a:t>
            </a:r>
            <a:endParaRPr lang="ja-JP" sz="1200" dirty="0"/>
          </a:p>
        </p:txBody>
      </p:sp>
      <p:sp>
        <p:nvSpPr>
          <p:cNvPr id="24" name="text-23"/>
          <p:cNvSpPr/>
          <p:nvPr/>
        </p:nvSpPr>
        <p:spPr>
          <a:xfrm>
            <a:off x="2651760" y="5303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800" dirty="0">
                <a:solidFill>
                  <a:srgbClr val="F7F4E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[次の試合の見どころ・ご案内]</a:t>
            </a:r>
            <a:endParaRPr lang="ja-JP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02920" y="2926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0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sifue杯</a:t>
            </a:r>
            <a:endParaRPr lang="ja-JP" sz="2000" dirty="0"/>
          </a:p>
        </p:txBody>
      </p:sp>
      <p:sp>
        <p:nvSpPr>
          <p:cNvPr id="3" name="text-2"/>
          <p:cNvSpPr/>
          <p:nvPr/>
        </p:nvSpPr>
        <p:spPr>
          <a:xfrm>
            <a:off x="2103120" y="347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100" dirty="0">
                <a:solidFill>
                  <a:srgbClr val="372D3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STUDENT ESPORTS / UNOFFICIAL</a:t>
            </a:r>
            <a:endParaRPr lang="ja-JP" sz="1100" dirty="0"/>
          </a:p>
        </p:txBody>
      </p:sp>
      <p:sp>
        <p:nvSpPr>
          <p:cNvPr id="4" name="text-3"/>
          <p:cNvSpPr/>
          <p:nvPr/>
        </p:nvSpPr>
        <p:spPr>
          <a:xfrm>
            <a:off x="7543800" y="34747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372D3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12_STREAM_END</a:t>
            </a:r>
            <a:endParaRPr lang="ja-JP" sz="1100" dirty="0"/>
          </a:p>
        </p:txBody>
      </p:sp>
      <p:sp>
        <p:nvSpPr>
          <p:cNvPr id="5" name="text-4"/>
          <p:cNvSpPr/>
          <p:nvPr/>
        </p:nvSpPr>
        <p:spPr>
          <a:xfrm>
            <a:off x="502920" y="6382512"/>
            <a:ext cx="5669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0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ZEN大学の非公認イベントです。</a:t>
            </a:r>
            <a:endParaRPr lang="ja-JP" sz="1000" dirty="0"/>
          </a:p>
        </p:txBody>
      </p:sp>
      <p:sp>
        <p:nvSpPr>
          <p:cNvPr id="6" name="text-5"/>
          <p:cNvSpPr/>
          <p:nvPr/>
        </p:nvSpPr>
        <p:spPr>
          <a:xfrm>
            <a:off x="7863840" y="6382512"/>
            <a:ext cx="3803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372D3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ALL TIMES JST  /  SIFUE CUP</a:t>
            </a:r>
            <a:endParaRPr lang="ja-JP" sz="1000" dirty="0"/>
          </a:p>
        </p:txBody>
      </p:sp>
      <p:pic>
        <p:nvPicPr>
          <p:cNvPr id="7" name="key-visual-replaceable" descr="key-visual-replace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194560"/>
            <a:ext cx="6245352" cy="3514954"/>
          </a:xfrm>
          <a:prstGeom prst="rect">
            <a:avLst/>
          </a:prstGeom>
        </p:spPr>
      </p:pic>
      <p:sp>
        <p:nvSpPr>
          <p:cNvPr id="8" name="connector-7"/>
          <p:cNvSpPr/>
          <p:nvPr/>
        </p:nvSpPr>
        <p:spPr>
          <a:xfrm>
            <a:off x="5440680" y="5852160"/>
            <a:ext cx="6245352" cy="0"/>
          </a:xfrm>
          <a:prstGeom prst="line">
            <a:avLst/>
          </a:prstGeom>
          <a:noFill/>
          <a:ln w="17780">
            <a:solidFill>
              <a:srgbClr val="C64E39"/>
            </a:solidFill>
            <a:prstDash val="solid"/>
          </a:ln>
        </p:spPr>
      </p:sp>
      <p:sp>
        <p:nvSpPr>
          <p:cNvPr id="9" name="panel-8"/>
          <p:cNvSpPr/>
          <p:nvPr/>
        </p:nvSpPr>
        <p:spPr>
          <a:xfrm>
            <a:off x="502920" y="1234440"/>
            <a:ext cx="2423160" cy="329184"/>
          </a:xfrm>
          <a:prstGeom prst="rect">
            <a:avLst/>
          </a:prstGeom>
          <a:solidFill>
            <a:srgbClr val="F2C582"/>
          </a:solidFill>
          <a:ln w="8890">
            <a:solidFill>
              <a:srgbClr val="F2C582"/>
            </a:solidFill>
            <a:prstDash val="solid"/>
          </a:ln>
        </p:spPr>
      </p:sp>
      <p:sp>
        <p:nvSpPr>
          <p:cNvPr id="10" name="text-9"/>
          <p:cNvSpPr/>
          <p:nvPr/>
        </p:nvSpPr>
        <p:spPr>
          <a:xfrm>
            <a:off x="576072" y="1252728"/>
            <a:ext cx="2276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0E0F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SEE YOU NEXT TIME</a:t>
            </a:r>
            <a:endParaRPr lang="ja-JP" sz="1200" dirty="0"/>
          </a:p>
        </p:txBody>
      </p:sp>
      <p:sp>
        <p:nvSpPr>
          <p:cNvPr id="11" name="text-10"/>
          <p:cNvSpPr/>
          <p:nvPr/>
        </p:nvSpPr>
        <p:spPr>
          <a:xfrm>
            <a:off x="502920" y="1828800"/>
            <a:ext cx="4617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5100" dirty="0">
                <a:solidFill>
                  <a:srgbClr val="3F5A0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THANK YOU</a:t>
            </a:r>
            <a:endParaRPr lang="ja-JP" sz="5100" dirty="0"/>
          </a:p>
          <a:p>
            <a:pPr algn="l" indent="0" marL="0">
              <a:buNone/>
            </a:pPr>
            <a:r>
              <a:rPr lang="ja-JP" altLang="en-US" sz="5100" dirty="0">
                <a:solidFill>
                  <a:srgbClr val="3F5A0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FOR</a:t>
            </a:r>
            <a:endParaRPr lang="ja-JP" sz="5100" dirty="0"/>
          </a:p>
          <a:p>
            <a:pPr algn="l" indent="0" marL="0">
              <a:buNone/>
            </a:pPr>
            <a:r>
              <a:rPr lang="ja-JP" altLang="en-US" sz="5100" dirty="0">
                <a:solidFill>
                  <a:srgbClr val="3F5A0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WATCHING.</a:t>
            </a:r>
            <a:endParaRPr lang="ja-JP" sz="5100" dirty="0"/>
          </a:p>
        </p:txBody>
      </p:sp>
      <p:sp>
        <p:nvSpPr>
          <p:cNvPr id="12" name="text-11"/>
          <p:cNvSpPr/>
          <p:nvPr/>
        </p:nvSpPr>
        <p:spPr>
          <a:xfrm>
            <a:off x="530352" y="4498848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9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ご視聴ありがとうございました</a:t>
            </a:r>
            <a:endParaRPr lang="ja-JP" sz="1900" dirty="0"/>
          </a:p>
        </p:txBody>
      </p:sp>
      <p:sp>
        <p:nvSpPr>
          <p:cNvPr id="13" name="text-12"/>
          <p:cNvSpPr/>
          <p:nvPr/>
        </p:nvSpPr>
        <p:spPr>
          <a:xfrm>
            <a:off x="530352" y="5193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7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次回予定：[開催日・部門]</a:t>
            </a:r>
            <a:endParaRPr lang="ja-JP" sz="1700" dirty="0"/>
          </a:p>
        </p:txBody>
      </p:sp>
      <p:sp>
        <p:nvSpPr>
          <p:cNvPr id="14" name="text-13"/>
          <p:cNvSpPr/>
          <p:nvPr/>
        </p:nvSpPr>
        <p:spPr>
          <a:xfrm>
            <a:off x="530352" y="57607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1400" dirty="0">
                <a:solidFill>
                  <a:srgbClr val="372D3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大会のお知らせ：ZEN大学Slack #sifue杯</a:t>
            </a:r>
            <a:endParaRPr lang="ja-JP" sz="1400" dirty="0"/>
          </a:p>
        </p:txBody>
      </p:sp>
      <p:sp>
        <p:nvSpPr>
          <p:cNvPr id="15" name="text-14"/>
          <p:cNvSpPr/>
          <p:nvPr/>
        </p:nvSpPr>
        <p:spPr>
          <a:xfrm>
            <a:off x="5532120" y="13990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ja-JP" altLang="en-US" sz="2800" dirty="0">
                <a:solidFill>
                  <a:srgbClr val="3F5A0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PLAY. COMPETE. CELEBRATE.</a:t>
            </a:r>
            <a:endParaRPr lang="ja-JP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Zen Kaku Gothic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sifue Cup / Unofficial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sifue杯 配信スライドテンプレート</dc:title>
  <dc:subject>DESIGN.mdに基づく編集可能な配信テンプレート</dc:subject>
  <dc:creator>sifue Cup</dc:creator>
  <cp:lastModifiedBy>sifue Cup</cp:lastModifiedBy>
  <cp:revision>1</cp:revision>
  <dcterms:created xsi:type="dcterms:W3CDTF">2026-09-09T08:23:54Z</dcterms:created>
  <dcterms:modified xsi:type="dcterms:W3CDTF">2026-09-09T08:23:54Z</dcterms:modified>
</cp:coreProperties>
</file>